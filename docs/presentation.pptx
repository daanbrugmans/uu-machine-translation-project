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 id="2147483676" r:id="rId3"/>
  </p:sldMasterIdLst>
  <p:notesMasterIdLst>
    <p:notesMasterId r:id="rId1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2"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GB" sz="4400" b="0" u="none" strike="noStrike">
                <a:solidFill>
                  <a:srgbClr val="000000"/>
                </a:solidFill>
                <a:effectLst/>
                <a:uFillTx/>
                <a:latin typeface="Arial"/>
              </a:rPr>
              <a:t>Click to move the slide</a:t>
            </a:r>
          </a:p>
        </p:txBody>
      </p:sp>
      <p:sp>
        <p:nvSpPr>
          <p:cNvPr id="26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GB" sz="2000" b="0" u="none" strike="noStrike">
                <a:solidFill>
                  <a:srgbClr val="000000"/>
                </a:solidFill>
                <a:effectLst/>
                <a:uFillTx/>
                <a:latin typeface="Arial"/>
              </a:rPr>
              <a:t>Click to edit the notes format</a:t>
            </a:r>
          </a:p>
        </p:txBody>
      </p:sp>
      <p:sp>
        <p:nvSpPr>
          <p:cNvPr id="26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u="none" strike="noStrike">
                <a:solidFill>
                  <a:srgbClr val="000000"/>
                </a:solidFill>
                <a:effectLst/>
                <a:uFillTx/>
                <a:latin typeface="Times New Roman"/>
              </a:rPr>
              <a:t>&lt;header&gt;</a:t>
            </a:r>
          </a:p>
        </p:txBody>
      </p:sp>
      <p:sp>
        <p:nvSpPr>
          <p:cNvPr id="265" name="PlaceHolder 4"/>
          <p:cNvSpPr>
            <a:spLocks noGrp="1"/>
          </p:cNvSpPr>
          <p:nvPr>
            <p:ph type="dt" idx="82"/>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p>
        </p:txBody>
      </p:sp>
      <p:sp>
        <p:nvSpPr>
          <p:cNvPr id="266" name="PlaceHolder 5"/>
          <p:cNvSpPr>
            <a:spLocks noGrp="1"/>
          </p:cNvSpPr>
          <p:nvPr>
            <p:ph type="ftr" idx="83"/>
          </p:nvPr>
        </p:nvSpPr>
        <p:spPr>
          <a:xfrm>
            <a:off x="0" y="10157400"/>
            <a:ext cx="3280680" cy="534240"/>
          </a:xfrm>
          <a:prstGeom prst="rect">
            <a:avLst/>
          </a:prstGeom>
          <a:noFill/>
          <a:ln w="0">
            <a:noFill/>
          </a:ln>
        </p:spPr>
        <p:txBody>
          <a:bodyPr lIns="0" tIns="0" rIns="0" bIns="0" anchor="b">
            <a:noAutofit/>
          </a:bodyPr>
          <a:lstStyle>
            <a:lvl1pPr indent="0">
              <a:buNone/>
              <a:defRPr lang="en-GB" sz="1400" b="0" u="none" strike="noStrike">
                <a:solidFill>
                  <a:srgbClr val="000000"/>
                </a:solidFill>
                <a:effectLst/>
                <a:uFillTx/>
                <a:latin typeface="Times New Roman"/>
              </a:defRPr>
            </a:lvl1pPr>
          </a:lstStyle>
          <a:p>
            <a:pPr indent="0">
              <a:buNone/>
            </a:pPr>
            <a:r>
              <a:rPr lang="en-GB" sz="1400" b="0" u="none" strike="noStrike">
                <a:solidFill>
                  <a:srgbClr val="000000"/>
                </a:solidFill>
                <a:effectLst/>
                <a:uFillTx/>
                <a:latin typeface="Times New Roman"/>
              </a:rPr>
              <a:t>&lt;footer&gt;</a:t>
            </a:r>
          </a:p>
        </p:txBody>
      </p:sp>
      <p:sp>
        <p:nvSpPr>
          <p:cNvPr id="267" name="PlaceHolder 6"/>
          <p:cNvSpPr>
            <a:spLocks noGrp="1"/>
          </p:cNvSpPr>
          <p:nvPr>
            <p:ph type="sldNum" idx="84"/>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62D9E751-8246-4B6F-9B40-3D441C30508D}" type="slidenum">
              <a:rPr lang="en-GB" sz="1400" b="0" u="none" strike="noStrike">
                <a:solidFill>
                  <a:srgbClr val="000000"/>
                </a:solidFill>
                <a:effectLst/>
                <a:uFillTx/>
                <a:latin typeface="Times New Roman"/>
              </a:rPr>
              <a:t>‹nr.›</a:t>
            </a:fld>
            <a:endParaRPr lang="en-GB"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1"/>
          <p:cNvSpPr>
            <a:spLocks noGrp="1" noRot="1" noChangeAspect="1"/>
          </p:cNvSpPr>
          <p:nvPr>
            <p:ph type="sldImg"/>
          </p:nvPr>
        </p:nvSpPr>
        <p:spPr>
          <a:xfrm>
            <a:off x="685800" y="1143000"/>
            <a:ext cx="5485680" cy="3085560"/>
          </a:xfrm>
          <a:prstGeom prst="rect">
            <a:avLst/>
          </a:prstGeom>
          <a:ln w="0">
            <a:noFill/>
          </a:ln>
        </p:spPr>
      </p:sp>
      <p:sp>
        <p:nvSpPr>
          <p:cNvPr id="3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US" sz="2000" b="0" u="none" strike="noStrike">
                <a:solidFill>
                  <a:srgbClr val="000000"/>
                </a:solidFill>
                <a:effectLst/>
                <a:uFillTx/>
                <a:latin typeface="Arial"/>
              </a:rPr>
              <a:t>- We work on machine translation for Ndyuka, a creole in Suriname and French Guyana</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We translate into Chinese and German</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Our research focuses on using backtranslation: translating from target to source language to gain more sentence pairs</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 High-resource vs. low-resource</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Research question: What is the change in performance for our Ndyuka to Chinese/German machine translation systems when backtranslated sentence pairs are added to the training data?</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Three models/pipelines are considered:</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1. SMT for Ndyuka --&gt; Chinese</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2. SMT for Ndyuka --&gt; German</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3. NMT for Ndyuka --&gt; German + Chinese</a:t>
            </a:r>
            <a:endParaRPr lang="en-GB" sz="2000" b="0" u="none" strike="noStrike">
              <a:solidFill>
                <a:srgbClr val="000000"/>
              </a:solidFill>
              <a:effectLst/>
              <a:uFillTx/>
              <a:latin typeface="Arial"/>
            </a:endParaRPr>
          </a:p>
        </p:txBody>
      </p:sp>
      <p:sp>
        <p:nvSpPr>
          <p:cNvPr id="305" name="PlaceHolder 3"/>
          <p:cNvSpPr>
            <a:spLocks noGrp="1"/>
          </p:cNvSpPr>
          <p:nvPr>
            <p:ph type="sldNum" idx="8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nl-NL" sz="1200" b="0" u="none" strike="noStrike">
                <a:solidFill>
                  <a:srgbClr val="000000"/>
                </a:solidFill>
                <a:effectLst/>
                <a:uFillTx/>
                <a:latin typeface="Times New Roman"/>
              </a:defRPr>
            </a:lvl1pPr>
          </a:lstStyle>
          <a:p>
            <a:pPr indent="0" algn="r">
              <a:lnSpc>
                <a:spcPct val="100000"/>
              </a:lnSpc>
              <a:buNone/>
              <a:tabLst>
                <a:tab pos="0" algn="l"/>
              </a:tabLst>
            </a:pPr>
            <a:fld id="{13C40F57-2B8D-420B-AD23-6AB3D91AD7A0}" type="slidenum">
              <a:rPr lang="nl-NL" sz="1200" b="0" u="none" strike="noStrike">
                <a:solidFill>
                  <a:srgbClr val="000000"/>
                </a:solidFill>
                <a:effectLst/>
                <a:uFillTx/>
                <a:latin typeface="Times New Roman"/>
              </a:rPr>
              <a:t>2</a:t>
            </a:fld>
            <a:endParaRPr lang="en-GB"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noRot="1" noChangeAspect="1"/>
          </p:cNvSpPr>
          <p:nvPr>
            <p:ph type="sldImg"/>
          </p:nvPr>
        </p:nvSpPr>
        <p:spPr>
          <a:xfrm>
            <a:off x="685800" y="1143000"/>
            <a:ext cx="5485680" cy="3085560"/>
          </a:xfrm>
          <a:prstGeom prst="rect">
            <a:avLst/>
          </a:prstGeom>
          <a:ln w="0">
            <a:noFill/>
          </a:ln>
        </p:spPr>
      </p:sp>
      <p:sp>
        <p:nvSpPr>
          <p:cNvPr id="3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SE" sz="2000" b="0" u="none" strike="noStrike">
                <a:solidFill>
                  <a:srgbClr val="000000"/>
                </a:solidFill>
                <a:effectLst/>
                <a:uFillTx/>
                <a:latin typeface="Arial"/>
              </a:rPr>
              <a:t>Simply talk about Chinese dataset, just to show how small it is </a:t>
            </a:r>
            <a:endParaRPr lang="en-GB" sz="2000" b="0" u="none" strike="noStrike">
              <a:solidFill>
                <a:srgbClr val="000000"/>
              </a:solidFill>
              <a:effectLst/>
              <a:uFillTx/>
              <a:latin typeface="Arial"/>
            </a:endParaRPr>
          </a:p>
        </p:txBody>
      </p:sp>
      <p:sp>
        <p:nvSpPr>
          <p:cNvPr id="308" name="PlaceHolder 3"/>
          <p:cNvSpPr>
            <a:spLocks noGrp="1"/>
          </p:cNvSpPr>
          <p:nvPr>
            <p:ph type="sldNum" idx="8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SE" sz="1200" b="0" u="none" strike="noStrike">
                <a:solidFill>
                  <a:srgbClr val="000000"/>
                </a:solidFill>
                <a:effectLst/>
                <a:uFillTx/>
                <a:latin typeface="Times New Roman"/>
              </a:defRPr>
            </a:lvl1pPr>
          </a:lstStyle>
          <a:p>
            <a:pPr indent="0" algn="r">
              <a:lnSpc>
                <a:spcPct val="100000"/>
              </a:lnSpc>
              <a:buNone/>
              <a:tabLst>
                <a:tab pos="0" algn="l"/>
              </a:tabLst>
            </a:pPr>
            <a:fld id="{5D6333C5-EDD6-472A-8BC7-FCE68600DABB}" type="slidenum">
              <a:rPr lang="en-SE" sz="1200" b="0" u="none" strike="noStrike">
                <a:solidFill>
                  <a:srgbClr val="000000"/>
                </a:solidFill>
                <a:effectLst/>
                <a:uFillTx/>
                <a:latin typeface="Times New Roman"/>
              </a:rPr>
              <a:t>3</a:t>
            </a:fld>
            <a:endParaRPr lang="en-GB"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PlaceHolder 1"/>
          <p:cNvSpPr>
            <a:spLocks noGrp="1" noRot="1" noChangeAspect="1"/>
          </p:cNvSpPr>
          <p:nvPr>
            <p:ph type="sldImg"/>
          </p:nvPr>
        </p:nvSpPr>
        <p:spPr>
          <a:xfrm>
            <a:off x="685800" y="1143000"/>
            <a:ext cx="5485680" cy="3085560"/>
          </a:xfrm>
          <a:prstGeom prst="rect">
            <a:avLst/>
          </a:prstGeom>
          <a:ln w="0">
            <a:noFill/>
          </a:ln>
        </p:spPr>
      </p:sp>
      <p:sp>
        <p:nvSpPr>
          <p:cNvPr id="31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SE" sz="2000" b="0" u="none" strike="noStrike">
                <a:solidFill>
                  <a:srgbClr val="000000"/>
                </a:solidFill>
                <a:effectLst/>
                <a:uFillTx/>
                <a:latin typeface="Arial"/>
              </a:rPr>
              <a:t>Show some examples. It is weired generally, and wording, style are pretty old</a:t>
            </a:r>
            <a:endParaRPr lang="en-GB" sz="2000" b="0" u="none" strike="noStrike">
              <a:solidFill>
                <a:srgbClr val="000000"/>
              </a:solidFill>
              <a:effectLst/>
              <a:uFillTx/>
              <a:latin typeface="Arial"/>
            </a:endParaRPr>
          </a:p>
        </p:txBody>
      </p:sp>
      <p:sp>
        <p:nvSpPr>
          <p:cNvPr id="311" name="PlaceHolder 3"/>
          <p:cNvSpPr>
            <a:spLocks noGrp="1"/>
          </p:cNvSpPr>
          <p:nvPr>
            <p:ph type="sldNum" idx="8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SE" sz="1200" b="0" u="none" strike="noStrike">
                <a:solidFill>
                  <a:srgbClr val="000000"/>
                </a:solidFill>
                <a:effectLst/>
                <a:uFillTx/>
                <a:latin typeface="Times New Roman"/>
              </a:defRPr>
            </a:lvl1pPr>
          </a:lstStyle>
          <a:p>
            <a:pPr indent="0" algn="r">
              <a:lnSpc>
                <a:spcPct val="100000"/>
              </a:lnSpc>
              <a:buNone/>
              <a:tabLst>
                <a:tab pos="0" algn="l"/>
              </a:tabLst>
            </a:pPr>
            <a:fld id="{189D55AE-A6D0-453F-A41A-4A0ADCD34286}" type="slidenum">
              <a:rPr lang="en-SE" sz="1200" b="0" u="none" strike="noStrike">
                <a:solidFill>
                  <a:srgbClr val="000000"/>
                </a:solidFill>
                <a:effectLst/>
                <a:uFillTx/>
                <a:latin typeface="Times New Roman"/>
              </a:rPr>
              <a:t>4</a:t>
            </a:fld>
            <a:endParaRPr lang="en-GB"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noRot="1" noChangeAspect="1"/>
          </p:cNvSpPr>
          <p:nvPr>
            <p:ph type="sldImg"/>
          </p:nvPr>
        </p:nvSpPr>
        <p:spPr>
          <a:xfrm>
            <a:off x="685800" y="1143000"/>
            <a:ext cx="5485680" cy="3085560"/>
          </a:xfrm>
          <a:prstGeom prst="rect">
            <a:avLst/>
          </a:prstGeom>
          <a:ln w="0">
            <a:noFill/>
          </a:ln>
        </p:spPr>
      </p:sp>
      <p:sp>
        <p:nvSpPr>
          <p:cNvPr id="31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SE" sz="2000" b="0" u="none" strike="noStrike">
                <a:solidFill>
                  <a:srgbClr val="000000"/>
                </a:solidFill>
                <a:effectLst/>
                <a:uFillTx/>
                <a:latin typeface="Arial"/>
              </a:rPr>
              <a:t>Show extra data. It is from Bible, and it is segmented</a:t>
            </a:r>
            <a:endParaRPr lang="en-GB" sz="2000" b="0" u="none" strike="noStrike">
              <a:solidFill>
                <a:srgbClr val="000000"/>
              </a:solidFill>
              <a:effectLst/>
              <a:uFillTx/>
              <a:latin typeface="Arial"/>
            </a:endParaRPr>
          </a:p>
          <a:p>
            <a:pPr indent="0">
              <a:lnSpc>
                <a:spcPct val="100000"/>
              </a:lnSpc>
              <a:buNone/>
              <a:tabLst>
                <a:tab pos="0" algn="l"/>
              </a:tabLst>
            </a:pPr>
            <a:endParaRPr lang="en-GB" sz="2000" b="0" u="none" strike="noStrike">
              <a:solidFill>
                <a:srgbClr val="000000"/>
              </a:solidFill>
              <a:effectLst/>
              <a:uFillTx/>
              <a:latin typeface="Arial"/>
            </a:endParaRPr>
          </a:p>
          <a:p>
            <a:pPr indent="0">
              <a:lnSpc>
                <a:spcPct val="100000"/>
              </a:lnSpc>
              <a:buNone/>
              <a:tabLst>
                <a:tab pos="0" algn="l"/>
              </a:tabLst>
            </a:pPr>
            <a:r>
              <a:rPr lang="en-SE" sz="2000" b="0" u="none" strike="noStrike">
                <a:solidFill>
                  <a:srgbClr val="000000"/>
                </a:solidFill>
                <a:effectLst/>
                <a:uFillTx/>
                <a:latin typeface="Arial"/>
              </a:rPr>
              <a:t>(less than one minuter until here)</a:t>
            </a:r>
            <a:endParaRPr lang="en-GB" sz="2000" b="0" u="none" strike="noStrike">
              <a:solidFill>
                <a:srgbClr val="000000"/>
              </a:solidFill>
              <a:effectLst/>
              <a:uFillTx/>
              <a:latin typeface="Arial"/>
            </a:endParaRPr>
          </a:p>
        </p:txBody>
      </p:sp>
      <p:sp>
        <p:nvSpPr>
          <p:cNvPr id="314" name="PlaceHolder 3"/>
          <p:cNvSpPr>
            <a:spLocks noGrp="1"/>
          </p:cNvSpPr>
          <p:nvPr>
            <p:ph type="sldNum" idx="8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SE" sz="1200" b="0" u="none" strike="noStrike">
                <a:solidFill>
                  <a:srgbClr val="000000"/>
                </a:solidFill>
                <a:effectLst/>
                <a:uFillTx/>
                <a:latin typeface="Times New Roman"/>
              </a:defRPr>
            </a:lvl1pPr>
          </a:lstStyle>
          <a:p>
            <a:pPr indent="0" algn="r">
              <a:lnSpc>
                <a:spcPct val="100000"/>
              </a:lnSpc>
              <a:buNone/>
              <a:tabLst>
                <a:tab pos="0" algn="l"/>
              </a:tabLst>
            </a:pPr>
            <a:fld id="{09F1B8CC-1A71-4413-A02D-EFCF8F78B4CF}" type="slidenum">
              <a:rPr lang="en-SE" sz="1200" b="0" u="none" strike="noStrike">
                <a:solidFill>
                  <a:srgbClr val="000000"/>
                </a:solidFill>
                <a:effectLst/>
                <a:uFillTx/>
                <a:latin typeface="Times New Roman"/>
              </a:rPr>
              <a:t>5</a:t>
            </a:fld>
            <a:endParaRPr lang="en-GB"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PlaceHolder 1"/>
          <p:cNvSpPr>
            <a:spLocks noGrp="1" noRot="1" noChangeAspect="1"/>
          </p:cNvSpPr>
          <p:nvPr>
            <p:ph type="sldImg"/>
          </p:nvPr>
        </p:nvSpPr>
        <p:spPr>
          <a:xfrm>
            <a:off x="685800" y="1143000"/>
            <a:ext cx="5485680" cy="3085560"/>
          </a:xfrm>
          <a:prstGeom prst="rect">
            <a:avLst/>
          </a:prstGeom>
          <a:ln w="0">
            <a:noFill/>
          </a:ln>
        </p:spPr>
      </p:sp>
      <p:sp>
        <p:nvSpPr>
          <p:cNvPr id="31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SE" sz="2000" b="0" u="none" strike="noStrike">
                <a:solidFill>
                  <a:srgbClr val="000000"/>
                </a:solidFill>
                <a:effectLst/>
                <a:uFillTx/>
                <a:latin typeface="Arial"/>
              </a:rPr>
              <a:t>Pipeline for baseline. Note: KenLM was compiled by ourselves as at that time, the thing was still not available on Futurum. It is a 5 gram model with bible-corpus. </a:t>
            </a:r>
            <a:endParaRPr lang="en-GB" sz="2000" b="0" u="none" strike="noStrike">
              <a:solidFill>
                <a:srgbClr val="000000"/>
              </a:solidFill>
              <a:effectLst/>
              <a:uFillTx/>
              <a:latin typeface="Arial"/>
            </a:endParaRPr>
          </a:p>
        </p:txBody>
      </p:sp>
      <p:sp>
        <p:nvSpPr>
          <p:cNvPr id="317" name="PlaceHolder 3"/>
          <p:cNvSpPr>
            <a:spLocks noGrp="1"/>
          </p:cNvSpPr>
          <p:nvPr>
            <p:ph type="sldNum" idx="8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SE" sz="1200" b="0" u="none" strike="noStrike">
                <a:solidFill>
                  <a:srgbClr val="000000"/>
                </a:solidFill>
                <a:effectLst/>
                <a:uFillTx/>
                <a:latin typeface="Times New Roman"/>
              </a:defRPr>
            </a:lvl1pPr>
          </a:lstStyle>
          <a:p>
            <a:pPr indent="0" algn="r">
              <a:lnSpc>
                <a:spcPct val="100000"/>
              </a:lnSpc>
              <a:buNone/>
              <a:tabLst>
                <a:tab pos="0" algn="l"/>
              </a:tabLst>
            </a:pPr>
            <a:fld id="{B3F9E6EB-29D7-4658-A4BB-E2D8C16E481D}" type="slidenum">
              <a:rPr lang="en-SE" sz="1200" b="0" u="none" strike="noStrike">
                <a:solidFill>
                  <a:srgbClr val="000000"/>
                </a:solidFill>
                <a:effectLst/>
                <a:uFillTx/>
                <a:latin typeface="Times New Roman"/>
              </a:rPr>
              <a:t>6</a:t>
            </a:fld>
            <a:endParaRPr lang="en-GB"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PlaceHolder 1"/>
          <p:cNvSpPr>
            <a:spLocks noGrp="1" noRot="1" noChangeAspect="1"/>
          </p:cNvSpPr>
          <p:nvPr>
            <p:ph type="sldImg"/>
          </p:nvPr>
        </p:nvSpPr>
        <p:spPr>
          <a:xfrm>
            <a:off x="685800" y="1143000"/>
            <a:ext cx="5485680" cy="3085560"/>
          </a:xfrm>
          <a:prstGeom prst="rect">
            <a:avLst/>
          </a:prstGeom>
          <a:ln w="0">
            <a:noFill/>
          </a:ln>
        </p:spPr>
      </p:sp>
      <p:sp>
        <p:nvSpPr>
          <p:cNvPr id="31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SE" sz="2000" b="0" u="none" strike="noStrike">
                <a:solidFill>
                  <a:srgbClr val="000000"/>
                </a:solidFill>
                <a:effectLst/>
                <a:uFillTx/>
                <a:latin typeface="Arial"/>
              </a:rPr>
              <a:t>Some pipeline for new data. mBart is the original one. In total there are more than 32k of sentences.</a:t>
            </a:r>
            <a:endParaRPr lang="en-GB" sz="2000" b="0" u="none" strike="noStrike">
              <a:solidFill>
                <a:srgbClr val="000000"/>
              </a:solidFill>
              <a:effectLst/>
              <a:uFillTx/>
              <a:latin typeface="Arial"/>
            </a:endParaRPr>
          </a:p>
          <a:p>
            <a:pPr indent="0">
              <a:lnSpc>
                <a:spcPct val="100000"/>
              </a:lnSpc>
              <a:buNone/>
              <a:tabLst>
                <a:tab pos="0" algn="l"/>
              </a:tabLst>
            </a:pPr>
            <a:r>
              <a:rPr lang="en-GB" sz="2000" b="0" u="none" strike="noStrike">
                <a:solidFill>
                  <a:srgbClr val="000000"/>
                </a:solidFill>
                <a:effectLst/>
                <a:uFillTx/>
                <a:latin typeface="Arial"/>
              </a:rPr>
              <a:t>N</a:t>
            </a:r>
            <a:r>
              <a:rPr lang="en-SE" sz="2000" b="0" u="none" strike="noStrike">
                <a:solidFill>
                  <a:srgbClr val="000000"/>
                </a:solidFill>
                <a:effectLst/>
                <a:uFillTx/>
                <a:latin typeface="Arial"/>
              </a:rPr>
              <a:t>-gram model was trained with SRILM this time, just because it was available, and I was working on server, don’t want to compile again (and I don’t have the permission to install dependencies)</a:t>
            </a:r>
            <a:endParaRPr lang="en-GB" sz="2000" b="0" u="none" strike="noStrike">
              <a:solidFill>
                <a:srgbClr val="000000"/>
              </a:solidFill>
              <a:effectLst/>
              <a:uFillTx/>
              <a:latin typeface="Arial"/>
            </a:endParaRPr>
          </a:p>
          <a:p>
            <a:pPr indent="0">
              <a:lnSpc>
                <a:spcPct val="100000"/>
              </a:lnSpc>
              <a:buNone/>
              <a:tabLst>
                <a:tab pos="0" algn="l"/>
              </a:tabLst>
            </a:pPr>
            <a:endParaRPr lang="en-GB" sz="2000" b="0" u="none" strike="noStrike">
              <a:solidFill>
                <a:srgbClr val="000000"/>
              </a:solidFill>
              <a:effectLst/>
              <a:uFillTx/>
              <a:latin typeface="Arial"/>
            </a:endParaRPr>
          </a:p>
          <a:p>
            <a:pPr indent="0">
              <a:lnSpc>
                <a:spcPct val="100000"/>
              </a:lnSpc>
              <a:buNone/>
              <a:tabLst>
                <a:tab pos="0" algn="l"/>
              </a:tabLst>
            </a:pPr>
            <a:r>
              <a:rPr lang="en-SE" sz="2000" b="0" u="none" strike="noStrike">
                <a:solidFill>
                  <a:srgbClr val="000000"/>
                </a:solidFill>
                <a:effectLst/>
                <a:uFillTx/>
                <a:latin typeface="Arial"/>
              </a:rPr>
              <a:t>(less than two min here)</a:t>
            </a:r>
            <a:endParaRPr lang="en-GB" sz="2000" b="0" u="none" strike="noStrike">
              <a:solidFill>
                <a:srgbClr val="000000"/>
              </a:solidFill>
              <a:effectLst/>
              <a:uFillTx/>
              <a:latin typeface="Arial"/>
            </a:endParaRPr>
          </a:p>
        </p:txBody>
      </p:sp>
      <p:sp>
        <p:nvSpPr>
          <p:cNvPr id="320" name="PlaceHolder 3"/>
          <p:cNvSpPr>
            <a:spLocks noGrp="1"/>
          </p:cNvSpPr>
          <p:nvPr>
            <p:ph type="sldNum" idx="9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SE" sz="1200" b="0" u="none" strike="noStrike">
                <a:solidFill>
                  <a:srgbClr val="000000"/>
                </a:solidFill>
                <a:effectLst/>
                <a:uFillTx/>
                <a:latin typeface="Times New Roman"/>
              </a:defRPr>
            </a:lvl1pPr>
          </a:lstStyle>
          <a:p>
            <a:pPr indent="0" algn="r">
              <a:lnSpc>
                <a:spcPct val="100000"/>
              </a:lnSpc>
              <a:buNone/>
              <a:tabLst>
                <a:tab pos="0" algn="l"/>
              </a:tabLst>
            </a:pPr>
            <a:fld id="{CAB6098D-DC52-4F27-BF9F-DEB4E69010E4}" type="slidenum">
              <a:rPr lang="en-SE" sz="1200" b="0" u="none" strike="noStrike">
                <a:solidFill>
                  <a:srgbClr val="000000"/>
                </a:solidFill>
                <a:effectLst/>
                <a:uFillTx/>
                <a:latin typeface="Times New Roman"/>
              </a:rPr>
              <a:t>7</a:t>
            </a:fld>
            <a:endParaRPr lang="en-GB"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PlaceHolder 1"/>
          <p:cNvSpPr>
            <a:spLocks noGrp="1" noRot="1" noChangeAspect="1"/>
          </p:cNvSpPr>
          <p:nvPr>
            <p:ph type="sldImg"/>
          </p:nvPr>
        </p:nvSpPr>
        <p:spPr>
          <a:xfrm>
            <a:off x="685800" y="1143000"/>
            <a:ext cx="5485680" cy="3085560"/>
          </a:xfrm>
          <a:prstGeom prst="rect">
            <a:avLst/>
          </a:prstGeom>
          <a:ln w="0">
            <a:noFill/>
          </a:ln>
        </p:spPr>
      </p:sp>
      <p:sp>
        <p:nvSpPr>
          <p:cNvPr id="3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SE" sz="2000" b="0" u="none" strike="noStrike">
                <a:solidFill>
                  <a:srgbClr val="000000"/>
                </a:solidFill>
                <a:effectLst/>
                <a:uFillTx/>
                <a:latin typeface="Arial"/>
              </a:rPr>
              <a:t>Talking about result, briefly, not important, probably just read the slide</a:t>
            </a:r>
            <a:endParaRPr lang="en-GB" sz="2000" b="0" u="none" strike="noStrike">
              <a:solidFill>
                <a:srgbClr val="000000"/>
              </a:solidFill>
              <a:effectLst/>
              <a:uFillTx/>
              <a:latin typeface="Arial"/>
            </a:endParaRPr>
          </a:p>
        </p:txBody>
      </p:sp>
      <p:sp>
        <p:nvSpPr>
          <p:cNvPr id="323" name="PlaceHolder 3"/>
          <p:cNvSpPr>
            <a:spLocks noGrp="1"/>
          </p:cNvSpPr>
          <p:nvPr>
            <p:ph type="sldNum" idx="9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SE" sz="1200" b="0" u="none" strike="noStrike">
                <a:solidFill>
                  <a:srgbClr val="000000"/>
                </a:solidFill>
                <a:effectLst/>
                <a:uFillTx/>
                <a:latin typeface="Times New Roman"/>
              </a:defRPr>
            </a:lvl1pPr>
          </a:lstStyle>
          <a:p>
            <a:pPr indent="0" algn="r">
              <a:lnSpc>
                <a:spcPct val="100000"/>
              </a:lnSpc>
              <a:buNone/>
              <a:tabLst>
                <a:tab pos="0" algn="l"/>
              </a:tabLst>
            </a:pPr>
            <a:fld id="{E6872D99-AD1A-49DA-B369-E1FD4E950301}" type="slidenum">
              <a:rPr lang="en-SE" sz="1200" b="0" u="none" strike="noStrike">
                <a:solidFill>
                  <a:srgbClr val="000000"/>
                </a:solidFill>
                <a:effectLst/>
                <a:uFillTx/>
                <a:latin typeface="Times New Roman"/>
              </a:rPr>
              <a:t>8</a:t>
            </a:fld>
            <a:endParaRPr lang="en-GB"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laceHolder 1"/>
          <p:cNvSpPr>
            <a:spLocks noGrp="1" noRot="1" noChangeAspect="1"/>
          </p:cNvSpPr>
          <p:nvPr>
            <p:ph type="sldImg"/>
          </p:nvPr>
        </p:nvSpPr>
        <p:spPr>
          <a:xfrm>
            <a:off x="685800" y="1143000"/>
            <a:ext cx="5485680" cy="3085560"/>
          </a:xfrm>
          <a:prstGeom prst="rect">
            <a:avLst/>
          </a:prstGeom>
          <a:ln w="0">
            <a:noFill/>
          </a:ln>
        </p:spPr>
      </p:sp>
      <p:sp>
        <p:nvSpPr>
          <p:cNvPr id="3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SE" sz="2000" b="0" u="none" strike="noStrike">
                <a:solidFill>
                  <a:srgbClr val="000000"/>
                </a:solidFill>
                <a:effectLst/>
                <a:uFillTx/>
                <a:latin typeface="Arial"/>
              </a:rPr>
              <a:t>Issues/future works, this might take some times, try to finish by 3 min</a:t>
            </a:r>
            <a:endParaRPr lang="en-GB" sz="2000" b="0" u="none" strike="noStrike">
              <a:solidFill>
                <a:srgbClr val="000000"/>
              </a:solidFill>
              <a:effectLst/>
              <a:uFillTx/>
              <a:latin typeface="Arial"/>
            </a:endParaRPr>
          </a:p>
        </p:txBody>
      </p:sp>
      <p:sp>
        <p:nvSpPr>
          <p:cNvPr id="326" name="PlaceHolder 3"/>
          <p:cNvSpPr>
            <a:spLocks noGrp="1"/>
          </p:cNvSpPr>
          <p:nvPr>
            <p:ph type="sldNum" idx="9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SE" sz="1200" b="0" u="none" strike="noStrike">
                <a:solidFill>
                  <a:srgbClr val="000000"/>
                </a:solidFill>
                <a:effectLst/>
                <a:uFillTx/>
                <a:latin typeface="Times New Roman"/>
              </a:defRPr>
            </a:lvl1pPr>
          </a:lstStyle>
          <a:p>
            <a:pPr indent="0" algn="r">
              <a:lnSpc>
                <a:spcPct val="100000"/>
              </a:lnSpc>
              <a:buNone/>
              <a:tabLst>
                <a:tab pos="0" algn="l"/>
              </a:tabLst>
            </a:pPr>
            <a:fld id="{0481B873-17C8-491A-B593-791A0CF22969}" type="slidenum">
              <a:rPr lang="en-SE" sz="1200" b="0" u="none" strike="noStrike">
                <a:solidFill>
                  <a:srgbClr val="000000"/>
                </a:solidFill>
                <a:effectLst/>
                <a:uFillTx/>
                <a:latin typeface="Times New Roman"/>
              </a:rPr>
              <a:t>9</a:t>
            </a:fld>
            <a:endParaRPr lang="en-GB"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PlaceHolder 1"/>
          <p:cNvSpPr>
            <a:spLocks noGrp="1" noRot="1" noChangeAspect="1"/>
          </p:cNvSpPr>
          <p:nvPr>
            <p:ph type="sldImg"/>
          </p:nvPr>
        </p:nvSpPr>
        <p:spPr>
          <a:xfrm>
            <a:off x="685800" y="1143000"/>
            <a:ext cx="5486400" cy="3086100"/>
          </a:xfrm>
          <a:prstGeom prst="rect">
            <a:avLst/>
          </a:prstGeom>
          <a:ln w="0">
            <a:noFill/>
          </a:ln>
        </p:spPr>
      </p:sp>
      <p:sp>
        <p:nvSpPr>
          <p:cNvPr id="3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SE" sz="2000" b="0" u="none" strike="noStrike">
                <a:solidFill>
                  <a:srgbClr val="000000"/>
                </a:solidFill>
                <a:effectLst/>
                <a:uFillTx/>
                <a:latin typeface="Arial"/>
              </a:rPr>
              <a:t>Issues/future works, this might take some times, try to finish by 3 min</a:t>
            </a:r>
            <a:endParaRPr lang="en-GB" sz="2000" b="0" u="none" strike="noStrike">
              <a:solidFill>
                <a:srgbClr val="000000"/>
              </a:solidFill>
              <a:effectLst/>
              <a:uFillTx/>
              <a:latin typeface="Arial"/>
            </a:endParaRPr>
          </a:p>
        </p:txBody>
      </p:sp>
      <p:sp>
        <p:nvSpPr>
          <p:cNvPr id="329" name="PlaceHolder 3"/>
          <p:cNvSpPr>
            <a:spLocks noGrp="1"/>
          </p:cNvSpPr>
          <p:nvPr>
            <p:ph type="sldNum" idx="9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SE" sz="1200" b="0" u="none" strike="noStrike">
                <a:solidFill>
                  <a:srgbClr val="000000"/>
                </a:solidFill>
                <a:effectLst/>
                <a:uFillTx/>
                <a:latin typeface="Times New Roman"/>
              </a:defRPr>
            </a:lvl1pPr>
          </a:lstStyle>
          <a:p>
            <a:pPr indent="0" algn="r">
              <a:lnSpc>
                <a:spcPct val="100000"/>
              </a:lnSpc>
              <a:buNone/>
              <a:tabLst>
                <a:tab pos="0" algn="l"/>
              </a:tabLst>
            </a:pPr>
            <a:fld id="{A6D715F3-3C4A-4069-9F72-BB0A987A71AB}" type="slidenum">
              <a:rPr lang="en-SE" sz="1200" b="0" u="none" strike="noStrike">
                <a:solidFill>
                  <a:srgbClr val="000000"/>
                </a:solidFill>
                <a:effectLst/>
                <a:uFillTx/>
                <a:latin typeface="Times New Roman"/>
              </a:rPr>
              <a:t>10</a:t>
            </a:fld>
            <a:endParaRPr lang="en-GB"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PlaceHolder 1"/>
          <p:cNvSpPr>
            <a:spLocks noGrp="1" noRot="1" noChangeAspect="1"/>
          </p:cNvSpPr>
          <p:nvPr>
            <p:ph type="sldImg"/>
          </p:nvPr>
        </p:nvSpPr>
        <p:spPr>
          <a:xfrm>
            <a:off x="685800" y="1143000"/>
            <a:ext cx="5486400" cy="3086100"/>
          </a:xfrm>
          <a:prstGeom prst="rect">
            <a:avLst/>
          </a:prstGeom>
          <a:ln w="0">
            <a:noFill/>
          </a:ln>
        </p:spPr>
      </p:sp>
      <p:sp>
        <p:nvSpPr>
          <p:cNvPr id="3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SE" sz="2000" b="0" u="none" strike="noStrike">
                <a:solidFill>
                  <a:srgbClr val="000000"/>
                </a:solidFill>
                <a:effectLst/>
                <a:uFillTx/>
                <a:latin typeface="Arial"/>
              </a:rPr>
              <a:t>Issues/future works, this might take some times, try to finish by 3 min</a:t>
            </a:r>
            <a:endParaRPr lang="en-GB" sz="2000" b="0" u="none" strike="noStrike">
              <a:solidFill>
                <a:srgbClr val="000000"/>
              </a:solidFill>
              <a:effectLst/>
              <a:uFillTx/>
              <a:latin typeface="Arial"/>
            </a:endParaRPr>
          </a:p>
        </p:txBody>
      </p:sp>
      <p:sp>
        <p:nvSpPr>
          <p:cNvPr id="332" name="PlaceHolder 3"/>
          <p:cNvSpPr>
            <a:spLocks noGrp="1"/>
          </p:cNvSpPr>
          <p:nvPr>
            <p:ph type="sldNum" idx="9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SE" sz="1200" b="0" u="none" strike="noStrike">
                <a:solidFill>
                  <a:srgbClr val="000000"/>
                </a:solidFill>
                <a:effectLst/>
                <a:uFillTx/>
                <a:latin typeface="Times New Roman"/>
              </a:defRPr>
            </a:lvl1pPr>
          </a:lstStyle>
          <a:p>
            <a:pPr indent="0" algn="r">
              <a:lnSpc>
                <a:spcPct val="100000"/>
              </a:lnSpc>
              <a:buNone/>
              <a:tabLst>
                <a:tab pos="0" algn="l"/>
              </a:tabLst>
            </a:pPr>
            <a:fld id="{5A4CABA4-EE18-4E92-9A6D-9A276E08E424}" type="slidenum">
              <a:rPr lang="en-SE" sz="1200" b="0" u="none" strike="noStrike">
                <a:solidFill>
                  <a:srgbClr val="000000"/>
                </a:solidFill>
                <a:effectLst/>
                <a:uFillTx/>
                <a:latin typeface="Times New Roman"/>
              </a:rPr>
              <a:t>11</a:t>
            </a:fld>
            <a:endParaRPr lang="en-GB"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PlaceHolder 1"/>
          <p:cNvSpPr>
            <a:spLocks noGrp="1" noRot="1" noChangeAspect="1"/>
          </p:cNvSpPr>
          <p:nvPr>
            <p:ph type="sldImg"/>
          </p:nvPr>
        </p:nvSpPr>
        <p:spPr>
          <a:xfrm>
            <a:off x="685800" y="1143000"/>
            <a:ext cx="5486400" cy="3086100"/>
          </a:xfrm>
          <a:prstGeom prst="rect">
            <a:avLst/>
          </a:prstGeom>
          <a:ln w="0">
            <a:noFill/>
          </a:ln>
        </p:spPr>
      </p:sp>
      <p:sp>
        <p:nvSpPr>
          <p:cNvPr id="33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00000"/>
              </a:lnSpc>
              <a:buNone/>
              <a:tabLst>
                <a:tab pos="0" algn="l"/>
              </a:tabLst>
            </a:pPr>
            <a:r>
              <a:rPr lang="en-US" sz="2000" b="0" u="none" strike="noStrike">
                <a:solidFill>
                  <a:srgbClr val="000000"/>
                </a:solidFill>
                <a:effectLst/>
                <a:uFillTx/>
                <a:latin typeface="Arial"/>
              </a:rPr>
              <a:t>- NMT from the ground up infeasible</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However, the authors of the creole dataset also published a model</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Multilingual for sources and targets</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Baseline metrics:</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 German: 0.16 BLEU, 43 ChrF</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 Chinese: not yet obtained</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Continue finetuning of NN on dataset of backtranslations (PEFT/LoRA?)</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Use same resources for backtranslating as SMT models</a:t>
            </a:r>
            <a:endParaRPr lang="en-GB" sz="2000" b="0" u="none" strike="noStrike">
              <a:solidFill>
                <a:srgbClr val="000000"/>
              </a:solidFill>
              <a:effectLst/>
              <a:uFillTx/>
              <a:latin typeface="Arial"/>
            </a:endParaRPr>
          </a:p>
          <a:p>
            <a:pPr indent="0">
              <a:lnSpc>
                <a:spcPct val="100000"/>
              </a:lnSpc>
              <a:buNone/>
              <a:tabLst>
                <a:tab pos="0" algn="l"/>
              </a:tabLst>
            </a:pPr>
            <a:r>
              <a:rPr lang="en-US" sz="2000" b="0" u="none" strike="noStrike">
                <a:solidFill>
                  <a:srgbClr val="000000"/>
                </a:solidFill>
                <a:effectLst/>
                <a:uFillTx/>
                <a:latin typeface="Arial"/>
              </a:rPr>
              <a:t>- Results are to follow</a:t>
            </a:r>
            <a:endParaRPr lang="en-GB" sz="2000" b="0" u="none" strike="noStrike">
              <a:solidFill>
                <a:srgbClr val="000000"/>
              </a:solidFill>
              <a:effectLst/>
              <a:uFillTx/>
              <a:latin typeface="Arial"/>
            </a:endParaRPr>
          </a:p>
        </p:txBody>
      </p:sp>
      <p:sp>
        <p:nvSpPr>
          <p:cNvPr id="335" name="PlaceHolder 3"/>
          <p:cNvSpPr>
            <a:spLocks noGrp="1"/>
          </p:cNvSpPr>
          <p:nvPr>
            <p:ph type="sldNum" idx="9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nl-NL" sz="1200" b="0" u="none" strike="noStrike">
                <a:solidFill>
                  <a:srgbClr val="000000"/>
                </a:solidFill>
                <a:effectLst/>
                <a:uFillTx/>
                <a:latin typeface="Times New Roman"/>
              </a:defRPr>
            </a:lvl1pPr>
          </a:lstStyle>
          <a:p>
            <a:pPr indent="0" algn="r">
              <a:lnSpc>
                <a:spcPct val="100000"/>
              </a:lnSpc>
              <a:buNone/>
              <a:tabLst>
                <a:tab pos="0" algn="l"/>
              </a:tabLst>
            </a:pPr>
            <a:fld id="{03D45EE9-024A-455A-A468-F012F0528CE2}" type="slidenum">
              <a:rPr lang="nl-NL" sz="1200" b="0" u="none" strike="noStrike">
                <a:solidFill>
                  <a:srgbClr val="000000"/>
                </a:solidFill>
                <a:effectLst/>
                <a:uFillTx/>
                <a:latin typeface="Times New Roman"/>
              </a:rPr>
              <a:t>12</a:t>
            </a:fld>
            <a:endParaRPr lang="en-GB"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ext and image">
    <p:bg>
      <p:bgPr>
        <a:solidFill>
          <a:schemeClr val="lt1"/>
        </a:solidFill>
        <a:effectLst/>
      </p:bgPr>
    </p:bg>
    <p:spTree>
      <p:nvGrpSpPr>
        <p:cNvPr id="1" name=""/>
        <p:cNvGrpSpPr/>
        <p:nvPr/>
      </p:nvGrpSpPr>
      <p:grpSpPr>
        <a:xfrm>
          <a:off x="0" y="0"/>
          <a:ext cx="0" cy="0"/>
          <a:chOff x="0" y="0"/>
          <a:chExt cx="0" cy="0"/>
        </a:xfrm>
      </p:grpSpPr>
      <p:pic>
        <p:nvPicPr>
          <p:cNvPr id="2" name="Bildobjekt 7"/>
          <p:cNvPicPr/>
          <p:nvPr/>
        </p:nvPicPr>
        <p:blipFill>
          <a:blip r:embed="rId2"/>
          <a:stretch/>
        </p:blipFill>
        <p:spPr>
          <a:xfrm>
            <a:off x="10838160" y="5633280"/>
            <a:ext cx="837720" cy="796320"/>
          </a:xfrm>
          <a:prstGeom prst="rect">
            <a:avLst/>
          </a:prstGeom>
          <a:noFill/>
          <a:ln w="0">
            <a:noFill/>
          </a:ln>
        </p:spPr>
      </p:pic>
      <p:sp>
        <p:nvSpPr>
          <p:cNvPr id="3" name="PlaceHolder 1"/>
          <p:cNvSpPr>
            <a:spLocks noGrp="1"/>
          </p:cNvSpPr>
          <p:nvPr>
            <p:ph type="dt" idx="1"/>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nl-NL" sz="700" b="0" u="none" strike="noStrike">
                <a:solidFill>
                  <a:schemeClr val="accent2"/>
                </a:solidFill>
                <a:effectLst/>
                <a:uFillTx/>
                <a:latin typeface="Work Sans"/>
              </a:defRPr>
            </a:lvl1pPr>
          </a:lstStyle>
          <a:p>
            <a:pPr indent="0" defTabSz="914400">
              <a:lnSpc>
                <a:spcPct val="100000"/>
              </a:lnSpc>
              <a:buNone/>
              <a:tabLst>
                <a:tab pos="0" algn="l"/>
              </a:tabLst>
            </a:pPr>
            <a:r>
              <a:rPr lang="nl-NL" sz="700" b="0" u="none" strike="noStrike">
                <a:solidFill>
                  <a:schemeClr val="accent2"/>
                </a:solidFill>
                <a:effectLst/>
                <a:uFillTx/>
                <a:latin typeface="Work Sans"/>
              </a:rPr>
              <a:t> </a:t>
            </a:r>
            <a:endParaRPr lang="en-GB" sz="700" b="0" u="none" strike="noStrike">
              <a:solidFill>
                <a:srgbClr val="000000"/>
              </a:solidFill>
              <a:effectLst/>
              <a:uFillTx/>
              <a:latin typeface="Times New Roman"/>
            </a:endParaRPr>
          </a:p>
        </p:txBody>
      </p:sp>
      <p:sp>
        <p:nvSpPr>
          <p:cNvPr id="4" name="PlaceHolder 2"/>
          <p:cNvSpPr>
            <a:spLocks noGrp="1"/>
          </p:cNvSpPr>
          <p:nvPr>
            <p:ph type="ftr" idx="2"/>
          </p:nvPr>
        </p:nvSpPr>
        <p:spPr>
          <a:xfrm>
            <a:off x="4037760" y="6470280"/>
            <a:ext cx="4114080" cy="968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 </a:t>
            </a:r>
          </a:p>
        </p:txBody>
      </p:sp>
      <p:sp>
        <p:nvSpPr>
          <p:cNvPr id="5" name="PlaceHolder 3"/>
          <p:cNvSpPr>
            <a:spLocks noGrp="1"/>
          </p:cNvSpPr>
          <p:nvPr>
            <p:ph type="sldNum" idx="3"/>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nl-NL" sz="700" b="0" u="none" strike="noStrike">
                <a:solidFill>
                  <a:schemeClr val="accent2"/>
                </a:solidFill>
                <a:effectLst/>
                <a:uFillTx/>
                <a:latin typeface="Work Sans"/>
              </a:defRPr>
            </a:lvl1pPr>
          </a:lstStyle>
          <a:p>
            <a:pPr indent="0" algn="r" defTabSz="914400">
              <a:lnSpc>
                <a:spcPct val="100000"/>
              </a:lnSpc>
              <a:buNone/>
              <a:tabLst>
                <a:tab pos="0" algn="l"/>
              </a:tabLst>
            </a:pPr>
            <a:fld id="{63B6E30F-A6EE-4F0E-9151-3D7ACBA87672}" type="slidenum">
              <a:rPr lang="nl-NL"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6" name="PlaceHolder 4"/>
          <p:cNvSpPr>
            <a:spLocks noGrp="1"/>
          </p:cNvSpPr>
          <p:nvPr>
            <p:ph type="body"/>
          </p:nvPr>
        </p:nvSpPr>
        <p:spPr>
          <a:xfrm>
            <a:off x="-720" y="0"/>
            <a:ext cx="6095160" cy="6857280"/>
          </a:xfrm>
          <a:prstGeom prst="rect">
            <a:avLst/>
          </a:prstGeom>
          <a:noFill/>
          <a:ln w="0">
            <a:noFill/>
          </a:ln>
        </p:spPr>
        <p:txBody>
          <a:bodyPr lIns="90000" tIns="45000" rIns="90000" bIns="1044000" anchor="ctr">
            <a:noAutofit/>
          </a:bodyPr>
          <a:lstStyle/>
          <a:p>
            <a:pPr indent="0" algn="ctr" defTabSz="914400">
              <a:lnSpc>
                <a:spcPct val="100000"/>
              </a:lnSpc>
              <a:buNone/>
              <a:tabLst>
                <a:tab pos="0" algn="l"/>
              </a:tabLst>
            </a:pPr>
            <a:r>
              <a:rPr lang="en-GB" sz="1800" b="0" u="none" strike="noStrike">
                <a:solidFill>
                  <a:schemeClr val="dk1"/>
                </a:solidFill>
                <a:effectLst/>
                <a:uFillTx/>
                <a:latin typeface="Calibri"/>
              </a:rPr>
              <a:t>Click on the icon or </a:t>
            </a:r>
            <a:br>
              <a:rPr sz="1800"/>
            </a:br>
            <a:r>
              <a:rPr lang="en-GB" sz="1800" b="0" u="none" strike="noStrike">
                <a:solidFill>
                  <a:schemeClr val="dk1"/>
                </a:solidFill>
                <a:effectLst/>
                <a:uFillTx/>
                <a:latin typeface="Calibri"/>
              </a:rPr>
              <a:t>drag and drop to insert an image</a:t>
            </a:r>
            <a:endParaRPr lang="en-GB" sz="1800" b="0" u="none" strike="noStrike">
              <a:solidFill>
                <a:srgbClr val="000000"/>
              </a:solidFill>
              <a:effectLst/>
              <a:uFillTx/>
              <a:latin typeface="Arial"/>
            </a:endParaRPr>
          </a:p>
        </p:txBody>
      </p:sp>
      <p:sp>
        <p:nvSpPr>
          <p:cNvPr id="7" name="PlaceHolder 5"/>
          <p:cNvSpPr>
            <a:spLocks noGrp="1"/>
          </p:cNvSpPr>
          <p:nvPr>
            <p:ph type="title"/>
          </p:nvPr>
        </p:nvSpPr>
        <p:spPr>
          <a:xfrm>
            <a:off x="6743880" y="836640"/>
            <a:ext cx="4114080" cy="14583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8" name="PlaceHolder 6"/>
          <p:cNvSpPr>
            <a:spLocks noGrp="1"/>
          </p:cNvSpPr>
          <p:nvPr>
            <p:ph type="body"/>
          </p:nvPr>
        </p:nvSpPr>
        <p:spPr>
          <a:xfrm>
            <a:off x="6743880" y="2023920"/>
            <a:ext cx="4114080" cy="1910160"/>
          </a:xfrm>
          <a:prstGeom prst="rect">
            <a:avLst/>
          </a:prstGeom>
          <a:noFill/>
          <a:ln w="0">
            <a:noFill/>
          </a:ln>
        </p:spPr>
        <p:txBody>
          <a:bodyPr lIns="91440" tIns="45720" rIns="91440" bIns="45720" anchor="t">
            <a:noAutofit/>
          </a:bodyPr>
          <a:lstStyle/>
          <a:p>
            <a:pPr indent="0" defTabSz="914400">
              <a:lnSpc>
                <a:spcPts val="2120"/>
              </a:lnSpc>
              <a:spcBef>
                <a:spcPts val="300"/>
              </a:spcBef>
              <a:buNone/>
              <a:tabLst>
                <a:tab pos="0" algn="l"/>
              </a:tabLst>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457200" indent="0" defTabSz="914400">
              <a:lnSpc>
                <a:spcPct val="90000"/>
              </a:lnSpc>
              <a:spcBef>
                <a:spcPts val="499"/>
              </a:spcBef>
              <a:buNone/>
              <a:tabLst>
                <a:tab pos="0" algn="l"/>
              </a:tabLst>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914400" indent="0" defTabSz="914400">
              <a:lnSpc>
                <a:spcPct val="90000"/>
              </a:lnSpc>
              <a:spcBef>
                <a:spcPts val="499"/>
              </a:spcBef>
              <a:buNone/>
              <a:tabLst>
                <a:tab pos="0" algn="l"/>
              </a:tabLst>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3716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18288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 image ">
    <p:bg>
      <p:bgPr>
        <a:solidFill>
          <a:schemeClr val="lt1"/>
        </a:solidFill>
        <a:effectLst/>
      </p:bgPr>
    </p:bg>
    <p:spTree>
      <p:nvGrpSpPr>
        <p:cNvPr id="1" name=""/>
        <p:cNvGrpSpPr/>
        <p:nvPr/>
      </p:nvGrpSpPr>
      <p:grpSpPr>
        <a:xfrm>
          <a:off x="0" y="0"/>
          <a:ext cx="0" cy="0"/>
          <a:chOff x="0" y="0"/>
          <a:chExt cx="0" cy="0"/>
        </a:xfrm>
      </p:grpSpPr>
      <p:pic>
        <p:nvPicPr>
          <p:cNvPr id="9" name="Bildobjekt 7"/>
          <p:cNvPicPr/>
          <p:nvPr/>
        </p:nvPicPr>
        <p:blipFill>
          <a:blip r:embed="rId2"/>
          <a:stretch/>
        </p:blipFill>
        <p:spPr>
          <a:xfrm>
            <a:off x="10838160" y="5633280"/>
            <a:ext cx="837720" cy="796320"/>
          </a:xfrm>
          <a:prstGeom prst="rect">
            <a:avLst/>
          </a:prstGeom>
          <a:noFill/>
          <a:ln w="0">
            <a:noFill/>
          </a:ln>
        </p:spPr>
      </p:pic>
      <p:sp>
        <p:nvSpPr>
          <p:cNvPr id="10" name="PlaceHolder 1"/>
          <p:cNvSpPr>
            <a:spLocks noGrp="1"/>
          </p:cNvSpPr>
          <p:nvPr>
            <p:ph type="dt" idx="4"/>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nl-NL" sz="700" b="0" u="none" strike="noStrike">
                <a:solidFill>
                  <a:schemeClr val="accent2"/>
                </a:solidFill>
                <a:effectLst/>
                <a:uFillTx/>
                <a:latin typeface="Work Sans"/>
              </a:defRPr>
            </a:lvl1pPr>
          </a:lstStyle>
          <a:p>
            <a:pPr indent="0" defTabSz="914400">
              <a:lnSpc>
                <a:spcPct val="100000"/>
              </a:lnSpc>
              <a:buNone/>
              <a:tabLst>
                <a:tab pos="0" algn="l"/>
              </a:tabLst>
            </a:pPr>
            <a:r>
              <a:rPr lang="nl-NL" sz="700" b="0" u="none" strike="noStrike">
                <a:solidFill>
                  <a:schemeClr val="accent2"/>
                </a:solidFill>
                <a:effectLst/>
                <a:uFillTx/>
                <a:latin typeface="Work Sans"/>
              </a:rPr>
              <a:t> </a:t>
            </a:r>
            <a:endParaRPr lang="en-GB" sz="700" b="0" u="none" strike="noStrike">
              <a:solidFill>
                <a:srgbClr val="000000"/>
              </a:solidFill>
              <a:effectLst/>
              <a:uFillTx/>
              <a:latin typeface="Times New Roman"/>
            </a:endParaRPr>
          </a:p>
        </p:txBody>
      </p:sp>
      <p:sp>
        <p:nvSpPr>
          <p:cNvPr id="11" name="PlaceHolder 2"/>
          <p:cNvSpPr>
            <a:spLocks noGrp="1"/>
          </p:cNvSpPr>
          <p:nvPr>
            <p:ph type="ftr" idx="5"/>
          </p:nvPr>
        </p:nvSpPr>
        <p:spPr>
          <a:xfrm>
            <a:off x="4037760" y="6470280"/>
            <a:ext cx="4114080" cy="968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 </a:t>
            </a:r>
          </a:p>
        </p:txBody>
      </p:sp>
      <p:sp>
        <p:nvSpPr>
          <p:cNvPr id="12" name="PlaceHolder 3"/>
          <p:cNvSpPr>
            <a:spLocks noGrp="1"/>
          </p:cNvSpPr>
          <p:nvPr>
            <p:ph type="sldNum" idx="6"/>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nl-NL" sz="700" b="0" u="none" strike="noStrike">
                <a:solidFill>
                  <a:schemeClr val="accent2"/>
                </a:solidFill>
                <a:effectLst/>
                <a:uFillTx/>
                <a:latin typeface="Work Sans"/>
              </a:defRPr>
            </a:lvl1pPr>
          </a:lstStyle>
          <a:p>
            <a:pPr indent="0" algn="r" defTabSz="914400">
              <a:lnSpc>
                <a:spcPct val="100000"/>
              </a:lnSpc>
              <a:buNone/>
              <a:tabLst>
                <a:tab pos="0" algn="l"/>
              </a:tabLst>
            </a:pPr>
            <a:fld id="{627B45C1-82EA-43B9-A153-6124C986FCB0}" type="slidenum">
              <a:rPr lang="nl-NL"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3" name="PlaceHolder 4"/>
          <p:cNvSpPr>
            <a:spLocks noGrp="1"/>
          </p:cNvSpPr>
          <p:nvPr>
            <p:ph type="body"/>
          </p:nvPr>
        </p:nvSpPr>
        <p:spPr>
          <a:xfrm>
            <a:off x="-720" y="0"/>
            <a:ext cx="6095160" cy="6857280"/>
          </a:xfrm>
          <a:prstGeom prst="rect">
            <a:avLst/>
          </a:prstGeom>
          <a:noFill/>
          <a:ln w="0">
            <a:noFill/>
          </a:ln>
        </p:spPr>
        <p:txBody>
          <a:bodyPr lIns="90000" tIns="45000" rIns="90000" bIns="1044000" anchor="ctr">
            <a:noAutofit/>
          </a:bodyPr>
          <a:lstStyle/>
          <a:p>
            <a:pPr indent="0" algn="ctr" defTabSz="914400">
              <a:lnSpc>
                <a:spcPct val="100000"/>
              </a:lnSpc>
              <a:buNone/>
              <a:tabLst>
                <a:tab pos="0" algn="l"/>
              </a:tabLst>
            </a:pPr>
            <a:r>
              <a:rPr lang="en-GB" sz="1800" b="0" u="none" strike="noStrike">
                <a:solidFill>
                  <a:schemeClr val="dk1"/>
                </a:solidFill>
                <a:effectLst/>
                <a:uFillTx/>
                <a:latin typeface="Calibri"/>
              </a:rPr>
              <a:t>Click on the icon or </a:t>
            </a:r>
            <a:br>
              <a:rPr sz="1800"/>
            </a:br>
            <a:r>
              <a:rPr lang="en-GB" sz="1800" b="0" u="none" strike="noStrike">
                <a:solidFill>
                  <a:schemeClr val="dk1"/>
                </a:solidFill>
                <a:effectLst/>
                <a:uFillTx/>
                <a:latin typeface="Calibri"/>
              </a:rPr>
              <a:t>drag and drop to insert an image</a:t>
            </a:r>
            <a:endParaRPr lang="en-GB" sz="1800" b="0" u="none" strike="noStrike">
              <a:solidFill>
                <a:srgbClr val="000000"/>
              </a:solidFill>
              <a:effectLst/>
              <a:uFillTx/>
              <a:latin typeface="Arial"/>
            </a:endParaRPr>
          </a:p>
        </p:txBody>
      </p:sp>
      <p:sp>
        <p:nvSpPr>
          <p:cNvPr id="14" name="PlaceHolder 5"/>
          <p:cNvSpPr>
            <a:spLocks noGrp="1"/>
          </p:cNvSpPr>
          <p:nvPr>
            <p:ph type="title"/>
          </p:nvPr>
        </p:nvSpPr>
        <p:spPr>
          <a:xfrm>
            <a:off x="6743880" y="1844640"/>
            <a:ext cx="4114080" cy="14583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5" name="PlaceHolder 6"/>
          <p:cNvSpPr>
            <a:spLocks noGrp="1"/>
          </p:cNvSpPr>
          <p:nvPr>
            <p:ph type="body"/>
          </p:nvPr>
        </p:nvSpPr>
        <p:spPr>
          <a:xfrm>
            <a:off x="6743880" y="3429000"/>
            <a:ext cx="4114080" cy="1910160"/>
          </a:xfrm>
          <a:prstGeom prst="rect">
            <a:avLst/>
          </a:prstGeom>
          <a:noFill/>
          <a:ln w="0">
            <a:noFill/>
          </a:ln>
        </p:spPr>
        <p:txBody>
          <a:bodyPr lIns="91440" tIns="45720" rIns="91440" bIns="45720" anchor="t">
            <a:noAutofit/>
          </a:bodyPr>
          <a:lstStyle/>
          <a:p>
            <a:pPr indent="0" defTabSz="914400">
              <a:lnSpc>
                <a:spcPts val="2361"/>
              </a:lnSpc>
              <a:buNone/>
              <a:tabLst>
                <a:tab pos="0" algn="l"/>
              </a:tabLst>
            </a:pPr>
            <a:r>
              <a:rPr lang="nl-NL" sz="1800" b="0" u="none" strike="noStrike">
                <a:solidFill>
                  <a:schemeClr val="dk1">
                    <a:lumMod val="65000"/>
                    <a:lumOff val="35000"/>
                  </a:schemeClr>
                </a:solidFill>
                <a:effectLst/>
                <a:uFillTx/>
                <a:latin typeface="Work Sans"/>
              </a:rPr>
              <a:t>Klikken om de tekststijl van het model te bewerken</a:t>
            </a:r>
            <a:endParaRPr lang="en-GB" sz="1800" b="0" u="none" strike="noStrike">
              <a:solidFill>
                <a:srgbClr val="000000"/>
              </a:solidFill>
              <a:effectLst/>
              <a:uFillTx/>
              <a:latin typeface="Arial"/>
            </a:endParaRPr>
          </a:p>
          <a:p>
            <a:pPr marL="457200" indent="0" defTabSz="914400">
              <a:lnSpc>
                <a:spcPct val="90000"/>
              </a:lnSpc>
              <a:spcBef>
                <a:spcPts val="499"/>
              </a:spcBef>
              <a:buNone/>
              <a:tabLst>
                <a:tab pos="0" algn="l"/>
              </a:tabLst>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914400" indent="0" defTabSz="914400">
              <a:lnSpc>
                <a:spcPct val="90000"/>
              </a:lnSpc>
              <a:spcBef>
                <a:spcPts val="499"/>
              </a:spcBef>
              <a:buNone/>
              <a:tabLst>
                <a:tab pos="0" algn="l"/>
              </a:tabLst>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3716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18288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wo parts">
    <p:bg>
      <p:bgPr>
        <a:solidFill>
          <a:schemeClr val="lt1"/>
        </a:solidFill>
        <a:effectLst/>
      </p:bgPr>
    </p:bg>
    <p:spTree>
      <p:nvGrpSpPr>
        <p:cNvPr id="1" name=""/>
        <p:cNvGrpSpPr/>
        <p:nvPr/>
      </p:nvGrpSpPr>
      <p:grpSpPr>
        <a:xfrm>
          <a:off x="0" y="0"/>
          <a:ext cx="0" cy="0"/>
          <a:chOff x="0" y="0"/>
          <a:chExt cx="0" cy="0"/>
        </a:xfrm>
      </p:grpSpPr>
      <p:pic>
        <p:nvPicPr>
          <p:cNvPr id="16" name="Bildobjekt 7"/>
          <p:cNvPicPr/>
          <p:nvPr/>
        </p:nvPicPr>
        <p:blipFill>
          <a:blip r:embed="rId2"/>
          <a:stretch/>
        </p:blipFill>
        <p:spPr>
          <a:xfrm>
            <a:off x="10838160" y="5633280"/>
            <a:ext cx="837720" cy="796320"/>
          </a:xfrm>
          <a:prstGeom prst="rect">
            <a:avLst/>
          </a:prstGeom>
          <a:noFill/>
          <a:ln w="0">
            <a:noFill/>
          </a:ln>
        </p:spPr>
      </p:pic>
      <p:sp>
        <p:nvSpPr>
          <p:cNvPr id="17" name="PlaceHolder 1"/>
          <p:cNvSpPr>
            <a:spLocks noGrp="1"/>
          </p:cNvSpPr>
          <p:nvPr>
            <p:ph type="dt" idx="7"/>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nl-NL" sz="700" b="0" u="none" strike="noStrike">
                <a:solidFill>
                  <a:schemeClr val="accent2"/>
                </a:solidFill>
                <a:effectLst/>
                <a:uFillTx/>
                <a:latin typeface="Work Sans"/>
              </a:defRPr>
            </a:lvl1pPr>
          </a:lstStyle>
          <a:p>
            <a:pPr indent="0" defTabSz="914400">
              <a:lnSpc>
                <a:spcPct val="100000"/>
              </a:lnSpc>
              <a:buNone/>
              <a:tabLst>
                <a:tab pos="0" algn="l"/>
              </a:tabLst>
            </a:pPr>
            <a:r>
              <a:rPr lang="nl-NL" sz="700" b="0" u="none" strike="noStrike">
                <a:solidFill>
                  <a:schemeClr val="accent2"/>
                </a:solidFill>
                <a:effectLst/>
                <a:uFillTx/>
                <a:latin typeface="Work Sans"/>
              </a:rPr>
              <a:t> </a:t>
            </a:r>
            <a:endParaRPr lang="en-GB" sz="700" b="0" u="none" strike="noStrike">
              <a:solidFill>
                <a:srgbClr val="000000"/>
              </a:solidFill>
              <a:effectLst/>
              <a:uFillTx/>
              <a:latin typeface="Times New Roman"/>
            </a:endParaRPr>
          </a:p>
        </p:txBody>
      </p:sp>
      <p:sp>
        <p:nvSpPr>
          <p:cNvPr id="18" name="PlaceHolder 2"/>
          <p:cNvSpPr>
            <a:spLocks noGrp="1"/>
          </p:cNvSpPr>
          <p:nvPr>
            <p:ph type="ftr" idx="8"/>
          </p:nvPr>
        </p:nvSpPr>
        <p:spPr>
          <a:xfrm>
            <a:off x="4037760" y="6470280"/>
            <a:ext cx="4114080" cy="968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 </a:t>
            </a:r>
          </a:p>
        </p:txBody>
      </p:sp>
      <p:sp>
        <p:nvSpPr>
          <p:cNvPr id="19" name="PlaceHolder 3"/>
          <p:cNvSpPr>
            <a:spLocks noGrp="1"/>
          </p:cNvSpPr>
          <p:nvPr>
            <p:ph type="sldNum" idx="9"/>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nl-NL" sz="700" b="0" u="none" strike="noStrike">
                <a:solidFill>
                  <a:schemeClr val="accent2"/>
                </a:solidFill>
                <a:effectLst/>
                <a:uFillTx/>
                <a:latin typeface="Work Sans"/>
              </a:defRPr>
            </a:lvl1pPr>
          </a:lstStyle>
          <a:p>
            <a:pPr indent="0" algn="r" defTabSz="914400">
              <a:lnSpc>
                <a:spcPct val="100000"/>
              </a:lnSpc>
              <a:buNone/>
              <a:tabLst>
                <a:tab pos="0" algn="l"/>
              </a:tabLst>
            </a:pPr>
            <a:fld id="{658E7730-4836-4939-90C2-187A51EED4F7}" type="slidenum">
              <a:rPr lang="nl-NL"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20"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21" name="PlaceHolder 5"/>
          <p:cNvSpPr>
            <a:spLocks noGrp="1"/>
          </p:cNvSpPr>
          <p:nvPr>
            <p:ph type="body"/>
          </p:nvPr>
        </p:nvSpPr>
        <p:spPr>
          <a:xfrm>
            <a:off x="947880" y="2529000"/>
            <a:ext cx="4558680" cy="257724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22" name="PlaceHolder 6"/>
          <p:cNvSpPr>
            <a:spLocks noGrp="1"/>
          </p:cNvSpPr>
          <p:nvPr>
            <p:ph type="body"/>
          </p:nvPr>
        </p:nvSpPr>
        <p:spPr>
          <a:xfrm>
            <a:off x="6089040" y="2529000"/>
            <a:ext cx="4558680" cy="257724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Jämförelse">
    <p:bg>
      <p:bgPr>
        <a:solidFill>
          <a:schemeClr val="lt1"/>
        </a:solidFill>
        <a:effectLst/>
      </p:bgPr>
    </p:bg>
    <p:spTree>
      <p:nvGrpSpPr>
        <p:cNvPr id="1" name=""/>
        <p:cNvGrpSpPr/>
        <p:nvPr/>
      </p:nvGrpSpPr>
      <p:grpSpPr>
        <a:xfrm>
          <a:off x="0" y="0"/>
          <a:ext cx="0" cy="0"/>
          <a:chOff x="0" y="0"/>
          <a:chExt cx="0" cy="0"/>
        </a:xfrm>
      </p:grpSpPr>
      <p:pic>
        <p:nvPicPr>
          <p:cNvPr id="23" name="Bildobjekt 7"/>
          <p:cNvPicPr/>
          <p:nvPr/>
        </p:nvPicPr>
        <p:blipFill>
          <a:blip r:embed="rId2"/>
          <a:stretch/>
        </p:blipFill>
        <p:spPr>
          <a:xfrm>
            <a:off x="10838160" y="5633280"/>
            <a:ext cx="837720" cy="796320"/>
          </a:xfrm>
          <a:prstGeom prst="rect">
            <a:avLst/>
          </a:prstGeom>
          <a:noFill/>
          <a:ln w="0">
            <a:noFill/>
          </a:ln>
        </p:spPr>
      </p:pic>
      <p:sp>
        <p:nvSpPr>
          <p:cNvPr id="24" name="PlaceHolder 1"/>
          <p:cNvSpPr>
            <a:spLocks noGrp="1"/>
          </p:cNvSpPr>
          <p:nvPr>
            <p:ph type="dt" idx="10"/>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nl-NL" sz="700" b="0" u="none" strike="noStrike">
                <a:solidFill>
                  <a:schemeClr val="accent2"/>
                </a:solidFill>
                <a:effectLst/>
                <a:uFillTx/>
                <a:latin typeface="Work Sans"/>
              </a:defRPr>
            </a:lvl1pPr>
          </a:lstStyle>
          <a:p>
            <a:pPr indent="0" defTabSz="914400">
              <a:lnSpc>
                <a:spcPct val="100000"/>
              </a:lnSpc>
              <a:buNone/>
              <a:tabLst>
                <a:tab pos="0" algn="l"/>
              </a:tabLst>
            </a:pPr>
            <a:r>
              <a:rPr lang="nl-NL" sz="700" b="0" u="none" strike="noStrike">
                <a:solidFill>
                  <a:schemeClr val="accent2"/>
                </a:solidFill>
                <a:effectLst/>
                <a:uFillTx/>
                <a:latin typeface="Work Sans"/>
              </a:rPr>
              <a:t> </a:t>
            </a:r>
            <a:endParaRPr lang="en-GB" sz="700" b="0" u="none" strike="noStrike">
              <a:solidFill>
                <a:srgbClr val="000000"/>
              </a:solidFill>
              <a:effectLst/>
              <a:uFillTx/>
              <a:latin typeface="Times New Roman"/>
            </a:endParaRPr>
          </a:p>
        </p:txBody>
      </p:sp>
      <p:sp>
        <p:nvSpPr>
          <p:cNvPr id="25" name="PlaceHolder 2"/>
          <p:cNvSpPr>
            <a:spLocks noGrp="1"/>
          </p:cNvSpPr>
          <p:nvPr>
            <p:ph type="ftr" idx="11"/>
          </p:nvPr>
        </p:nvSpPr>
        <p:spPr>
          <a:xfrm>
            <a:off x="4037760" y="6470280"/>
            <a:ext cx="4114080" cy="968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 </a:t>
            </a:r>
          </a:p>
        </p:txBody>
      </p:sp>
      <p:sp>
        <p:nvSpPr>
          <p:cNvPr id="26" name="PlaceHolder 3"/>
          <p:cNvSpPr>
            <a:spLocks noGrp="1"/>
          </p:cNvSpPr>
          <p:nvPr>
            <p:ph type="sldNum" idx="12"/>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nl-NL" sz="700" b="0" u="none" strike="noStrike">
                <a:solidFill>
                  <a:schemeClr val="accent2"/>
                </a:solidFill>
                <a:effectLst/>
                <a:uFillTx/>
                <a:latin typeface="Work Sans"/>
              </a:defRPr>
            </a:lvl1pPr>
          </a:lstStyle>
          <a:p>
            <a:pPr indent="0" algn="r" defTabSz="914400">
              <a:lnSpc>
                <a:spcPct val="100000"/>
              </a:lnSpc>
              <a:buNone/>
              <a:tabLst>
                <a:tab pos="0" algn="l"/>
              </a:tabLst>
            </a:pPr>
            <a:fld id="{F95B9945-9E83-4E9E-8F3E-A2D8C9CBE157}" type="slidenum">
              <a:rPr lang="nl-NL"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27" name="PlaceHolder 4"/>
          <p:cNvSpPr>
            <a:spLocks noGrp="1"/>
          </p:cNvSpPr>
          <p:nvPr>
            <p:ph type="body"/>
          </p:nvPr>
        </p:nvSpPr>
        <p:spPr>
          <a:xfrm>
            <a:off x="947880" y="2023920"/>
            <a:ext cx="4262040" cy="376308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28" name="PlaceHolder 5"/>
          <p:cNvSpPr>
            <a:spLocks noGrp="1"/>
          </p:cNvSpPr>
          <p:nvPr>
            <p:ph type="body"/>
          </p:nvPr>
        </p:nvSpPr>
        <p:spPr>
          <a:xfrm>
            <a:off x="5519880" y="2023920"/>
            <a:ext cx="4262040" cy="376308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29" name="PlaceHolder 6"/>
          <p:cNvSpPr>
            <a:spLocks noGrp="1"/>
          </p:cNvSpPr>
          <p:nvPr>
            <p:ph type="title"/>
          </p:nvPr>
        </p:nvSpPr>
        <p:spPr>
          <a:xfrm>
            <a:off x="947880" y="836640"/>
            <a:ext cx="4262040" cy="10519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30" name="PlaceHolder 7"/>
          <p:cNvSpPr>
            <a:spLocks noGrp="1"/>
          </p:cNvSpPr>
          <p:nvPr>
            <p:ph type="body"/>
          </p:nvPr>
        </p:nvSpPr>
        <p:spPr>
          <a:xfrm>
            <a:off x="5519880" y="905760"/>
            <a:ext cx="4261680" cy="1051920"/>
          </a:xfrm>
          <a:prstGeom prst="rect">
            <a:avLst/>
          </a:prstGeom>
          <a:noFill/>
          <a:ln w="0">
            <a:noFill/>
          </a:ln>
        </p:spPr>
        <p:txBody>
          <a:bodyPr lIns="91440" tIns="4572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Klikken om de tekststijl van het model te bewerken</a:t>
            </a:r>
            <a:endParaRPr lang="en-GB" sz="32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Headline and 2 images, text">
    <p:bg>
      <p:bgPr>
        <a:solidFill>
          <a:schemeClr val="lt1"/>
        </a:solidFill>
        <a:effectLst/>
      </p:bgPr>
    </p:bg>
    <p:spTree>
      <p:nvGrpSpPr>
        <p:cNvPr id="1" name=""/>
        <p:cNvGrpSpPr/>
        <p:nvPr/>
      </p:nvGrpSpPr>
      <p:grpSpPr>
        <a:xfrm>
          <a:off x="0" y="0"/>
          <a:ext cx="0" cy="0"/>
          <a:chOff x="0" y="0"/>
          <a:chExt cx="0" cy="0"/>
        </a:xfrm>
      </p:grpSpPr>
      <p:pic>
        <p:nvPicPr>
          <p:cNvPr id="31" name="Bildobjekt 7"/>
          <p:cNvPicPr/>
          <p:nvPr/>
        </p:nvPicPr>
        <p:blipFill>
          <a:blip r:embed="rId2"/>
          <a:stretch/>
        </p:blipFill>
        <p:spPr>
          <a:xfrm>
            <a:off x="10838160" y="5633280"/>
            <a:ext cx="837720" cy="796320"/>
          </a:xfrm>
          <a:prstGeom prst="rect">
            <a:avLst/>
          </a:prstGeom>
          <a:noFill/>
          <a:ln w="0">
            <a:noFill/>
          </a:ln>
        </p:spPr>
      </p:pic>
      <p:sp>
        <p:nvSpPr>
          <p:cNvPr id="32" name="PlaceHolder 1"/>
          <p:cNvSpPr>
            <a:spLocks noGrp="1"/>
          </p:cNvSpPr>
          <p:nvPr>
            <p:ph type="dt" idx="13"/>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nl-NL" sz="700" b="0" u="none" strike="noStrike">
                <a:solidFill>
                  <a:schemeClr val="accent2"/>
                </a:solidFill>
                <a:effectLst/>
                <a:uFillTx/>
                <a:latin typeface="Work Sans"/>
              </a:defRPr>
            </a:lvl1pPr>
          </a:lstStyle>
          <a:p>
            <a:pPr indent="0" defTabSz="914400">
              <a:lnSpc>
                <a:spcPct val="100000"/>
              </a:lnSpc>
              <a:buNone/>
              <a:tabLst>
                <a:tab pos="0" algn="l"/>
              </a:tabLst>
            </a:pPr>
            <a:r>
              <a:rPr lang="nl-NL" sz="700" b="0" u="none" strike="noStrike">
                <a:solidFill>
                  <a:schemeClr val="accent2"/>
                </a:solidFill>
                <a:effectLst/>
                <a:uFillTx/>
                <a:latin typeface="Work Sans"/>
              </a:rPr>
              <a:t> </a:t>
            </a:r>
            <a:endParaRPr lang="en-GB" sz="700" b="0" u="none" strike="noStrike">
              <a:solidFill>
                <a:srgbClr val="000000"/>
              </a:solidFill>
              <a:effectLst/>
              <a:uFillTx/>
              <a:latin typeface="Times New Roman"/>
            </a:endParaRPr>
          </a:p>
        </p:txBody>
      </p:sp>
      <p:sp>
        <p:nvSpPr>
          <p:cNvPr id="33" name="PlaceHolder 2"/>
          <p:cNvSpPr>
            <a:spLocks noGrp="1"/>
          </p:cNvSpPr>
          <p:nvPr>
            <p:ph type="ftr" idx="14"/>
          </p:nvPr>
        </p:nvSpPr>
        <p:spPr>
          <a:xfrm>
            <a:off x="4037760" y="6470280"/>
            <a:ext cx="4114080" cy="968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 </a:t>
            </a:r>
          </a:p>
        </p:txBody>
      </p:sp>
      <p:sp>
        <p:nvSpPr>
          <p:cNvPr id="34" name="PlaceHolder 3"/>
          <p:cNvSpPr>
            <a:spLocks noGrp="1"/>
          </p:cNvSpPr>
          <p:nvPr>
            <p:ph type="sldNum" idx="15"/>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nl-NL" sz="700" b="0" u="none" strike="noStrike">
                <a:solidFill>
                  <a:schemeClr val="accent2"/>
                </a:solidFill>
                <a:effectLst/>
                <a:uFillTx/>
                <a:latin typeface="Work Sans"/>
              </a:defRPr>
            </a:lvl1pPr>
          </a:lstStyle>
          <a:p>
            <a:pPr indent="0" algn="r" defTabSz="914400">
              <a:lnSpc>
                <a:spcPct val="100000"/>
              </a:lnSpc>
              <a:buNone/>
              <a:tabLst>
                <a:tab pos="0" algn="l"/>
              </a:tabLst>
            </a:pPr>
            <a:fld id="{34849646-E11B-4A87-8538-D58731AACDE5}" type="slidenum">
              <a:rPr lang="nl-NL"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35"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36" name="PlaceHolder 5"/>
          <p:cNvSpPr>
            <a:spLocks noGrp="1"/>
          </p:cNvSpPr>
          <p:nvPr>
            <p:ph type="body"/>
          </p:nvPr>
        </p:nvSpPr>
        <p:spPr>
          <a:xfrm>
            <a:off x="6089760" y="2035080"/>
            <a:ext cx="4558680" cy="2972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37" name="PlaceHolder 6"/>
          <p:cNvSpPr>
            <a:spLocks noGrp="1"/>
          </p:cNvSpPr>
          <p:nvPr>
            <p:ph type="body"/>
          </p:nvPr>
        </p:nvSpPr>
        <p:spPr>
          <a:xfrm>
            <a:off x="947880" y="2023920"/>
            <a:ext cx="4571280" cy="2988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38" name="PlaceHolder 7"/>
          <p:cNvSpPr>
            <a:spLocks noGrp="1"/>
          </p:cNvSpPr>
          <p:nvPr>
            <p:ph type="body"/>
          </p:nvPr>
        </p:nvSpPr>
        <p:spPr>
          <a:xfrm>
            <a:off x="947880" y="5192640"/>
            <a:ext cx="457128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39" name="PlaceHolder 8"/>
          <p:cNvSpPr>
            <a:spLocks noGrp="1"/>
          </p:cNvSpPr>
          <p:nvPr>
            <p:ph type="body"/>
          </p:nvPr>
        </p:nvSpPr>
        <p:spPr>
          <a:xfrm>
            <a:off x="6089040" y="5192640"/>
            <a:ext cx="457128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Headline and 2 images">
    <p:bg>
      <p:bgPr>
        <a:solidFill>
          <a:schemeClr val="lt1"/>
        </a:solidFill>
        <a:effectLst/>
      </p:bgPr>
    </p:bg>
    <p:spTree>
      <p:nvGrpSpPr>
        <p:cNvPr id="1" name=""/>
        <p:cNvGrpSpPr/>
        <p:nvPr/>
      </p:nvGrpSpPr>
      <p:grpSpPr>
        <a:xfrm>
          <a:off x="0" y="0"/>
          <a:ext cx="0" cy="0"/>
          <a:chOff x="0" y="0"/>
          <a:chExt cx="0" cy="0"/>
        </a:xfrm>
      </p:grpSpPr>
      <p:pic>
        <p:nvPicPr>
          <p:cNvPr id="40" name="Bildobjekt 7"/>
          <p:cNvPicPr/>
          <p:nvPr/>
        </p:nvPicPr>
        <p:blipFill>
          <a:blip r:embed="rId2"/>
          <a:stretch/>
        </p:blipFill>
        <p:spPr>
          <a:xfrm>
            <a:off x="10838160" y="5633280"/>
            <a:ext cx="837720" cy="796320"/>
          </a:xfrm>
          <a:prstGeom prst="rect">
            <a:avLst/>
          </a:prstGeom>
          <a:noFill/>
          <a:ln w="0">
            <a:noFill/>
          </a:ln>
        </p:spPr>
      </p:pic>
      <p:sp>
        <p:nvSpPr>
          <p:cNvPr id="41" name="PlaceHolder 1"/>
          <p:cNvSpPr>
            <a:spLocks noGrp="1"/>
          </p:cNvSpPr>
          <p:nvPr>
            <p:ph type="dt" idx="16"/>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nl-NL" sz="700" b="0" u="none" strike="noStrike">
                <a:solidFill>
                  <a:schemeClr val="accent2"/>
                </a:solidFill>
                <a:effectLst/>
                <a:uFillTx/>
                <a:latin typeface="Work Sans"/>
              </a:defRPr>
            </a:lvl1pPr>
          </a:lstStyle>
          <a:p>
            <a:pPr indent="0" defTabSz="914400">
              <a:lnSpc>
                <a:spcPct val="100000"/>
              </a:lnSpc>
              <a:buNone/>
              <a:tabLst>
                <a:tab pos="0" algn="l"/>
              </a:tabLst>
            </a:pPr>
            <a:r>
              <a:rPr lang="nl-NL" sz="700" b="0" u="none" strike="noStrike">
                <a:solidFill>
                  <a:schemeClr val="accent2"/>
                </a:solidFill>
                <a:effectLst/>
                <a:uFillTx/>
                <a:latin typeface="Work Sans"/>
              </a:rPr>
              <a:t> </a:t>
            </a:r>
            <a:endParaRPr lang="en-GB" sz="700" b="0" u="none" strike="noStrike">
              <a:solidFill>
                <a:srgbClr val="000000"/>
              </a:solidFill>
              <a:effectLst/>
              <a:uFillTx/>
              <a:latin typeface="Times New Roman"/>
            </a:endParaRPr>
          </a:p>
        </p:txBody>
      </p:sp>
      <p:sp>
        <p:nvSpPr>
          <p:cNvPr id="42" name="PlaceHolder 2"/>
          <p:cNvSpPr>
            <a:spLocks noGrp="1"/>
          </p:cNvSpPr>
          <p:nvPr>
            <p:ph type="ftr" idx="17"/>
          </p:nvPr>
        </p:nvSpPr>
        <p:spPr>
          <a:xfrm>
            <a:off x="4037760" y="6470280"/>
            <a:ext cx="4114080" cy="968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 </a:t>
            </a:r>
          </a:p>
        </p:txBody>
      </p:sp>
      <p:sp>
        <p:nvSpPr>
          <p:cNvPr id="43" name="PlaceHolder 3"/>
          <p:cNvSpPr>
            <a:spLocks noGrp="1"/>
          </p:cNvSpPr>
          <p:nvPr>
            <p:ph type="sldNum" idx="18"/>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nl-NL" sz="700" b="0" u="none" strike="noStrike">
                <a:solidFill>
                  <a:schemeClr val="accent2"/>
                </a:solidFill>
                <a:effectLst/>
                <a:uFillTx/>
                <a:latin typeface="Work Sans"/>
              </a:defRPr>
            </a:lvl1pPr>
          </a:lstStyle>
          <a:p>
            <a:pPr indent="0" algn="r" defTabSz="914400">
              <a:lnSpc>
                <a:spcPct val="100000"/>
              </a:lnSpc>
              <a:buNone/>
              <a:tabLst>
                <a:tab pos="0" algn="l"/>
              </a:tabLst>
            </a:pPr>
            <a:fld id="{1132186C-36F4-4BB4-90F3-E8F80725EC50}" type="slidenum">
              <a:rPr lang="nl-NL"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44"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45" name="PlaceHolder 5"/>
          <p:cNvSpPr>
            <a:spLocks noGrp="1"/>
          </p:cNvSpPr>
          <p:nvPr>
            <p:ph type="body"/>
          </p:nvPr>
        </p:nvSpPr>
        <p:spPr>
          <a:xfrm>
            <a:off x="6089760" y="2035080"/>
            <a:ext cx="4558680" cy="37522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46" name="PlaceHolder 6"/>
          <p:cNvSpPr>
            <a:spLocks noGrp="1"/>
          </p:cNvSpPr>
          <p:nvPr>
            <p:ph type="body"/>
          </p:nvPr>
        </p:nvSpPr>
        <p:spPr>
          <a:xfrm>
            <a:off x="947880" y="2023920"/>
            <a:ext cx="457128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Headline and 3 images">
    <p:bg>
      <p:bgPr>
        <a:solidFill>
          <a:schemeClr val="lt1"/>
        </a:solidFill>
        <a:effectLst/>
      </p:bgPr>
    </p:bg>
    <p:spTree>
      <p:nvGrpSpPr>
        <p:cNvPr id="1" name=""/>
        <p:cNvGrpSpPr/>
        <p:nvPr/>
      </p:nvGrpSpPr>
      <p:grpSpPr>
        <a:xfrm>
          <a:off x="0" y="0"/>
          <a:ext cx="0" cy="0"/>
          <a:chOff x="0" y="0"/>
          <a:chExt cx="0" cy="0"/>
        </a:xfrm>
      </p:grpSpPr>
      <p:pic>
        <p:nvPicPr>
          <p:cNvPr id="47" name="Bildobjekt 7"/>
          <p:cNvPicPr/>
          <p:nvPr/>
        </p:nvPicPr>
        <p:blipFill>
          <a:blip r:embed="rId2"/>
          <a:stretch/>
        </p:blipFill>
        <p:spPr>
          <a:xfrm>
            <a:off x="10838160" y="5633280"/>
            <a:ext cx="837720" cy="796320"/>
          </a:xfrm>
          <a:prstGeom prst="rect">
            <a:avLst/>
          </a:prstGeom>
          <a:noFill/>
          <a:ln w="0">
            <a:noFill/>
          </a:ln>
        </p:spPr>
      </p:pic>
      <p:sp>
        <p:nvSpPr>
          <p:cNvPr id="48" name="PlaceHolder 1"/>
          <p:cNvSpPr>
            <a:spLocks noGrp="1"/>
          </p:cNvSpPr>
          <p:nvPr>
            <p:ph type="dt" idx="19"/>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nl-NL" sz="700" b="0" u="none" strike="noStrike">
                <a:solidFill>
                  <a:schemeClr val="accent2"/>
                </a:solidFill>
                <a:effectLst/>
                <a:uFillTx/>
                <a:latin typeface="Work Sans"/>
              </a:defRPr>
            </a:lvl1pPr>
          </a:lstStyle>
          <a:p>
            <a:pPr indent="0" defTabSz="914400">
              <a:lnSpc>
                <a:spcPct val="100000"/>
              </a:lnSpc>
              <a:buNone/>
              <a:tabLst>
                <a:tab pos="0" algn="l"/>
              </a:tabLst>
            </a:pPr>
            <a:r>
              <a:rPr lang="nl-NL" sz="700" b="0" u="none" strike="noStrike">
                <a:solidFill>
                  <a:schemeClr val="accent2"/>
                </a:solidFill>
                <a:effectLst/>
                <a:uFillTx/>
                <a:latin typeface="Work Sans"/>
              </a:rPr>
              <a:t> </a:t>
            </a:r>
            <a:endParaRPr lang="en-GB" sz="700" b="0" u="none" strike="noStrike">
              <a:solidFill>
                <a:srgbClr val="000000"/>
              </a:solidFill>
              <a:effectLst/>
              <a:uFillTx/>
              <a:latin typeface="Times New Roman"/>
            </a:endParaRPr>
          </a:p>
        </p:txBody>
      </p:sp>
      <p:sp>
        <p:nvSpPr>
          <p:cNvPr id="49" name="PlaceHolder 2"/>
          <p:cNvSpPr>
            <a:spLocks noGrp="1"/>
          </p:cNvSpPr>
          <p:nvPr>
            <p:ph type="ftr" idx="20"/>
          </p:nvPr>
        </p:nvSpPr>
        <p:spPr>
          <a:xfrm>
            <a:off x="4037760" y="6470280"/>
            <a:ext cx="4114080" cy="968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 </a:t>
            </a:r>
          </a:p>
        </p:txBody>
      </p:sp>
      <p:sp>
        <p:nvSpPr>
          <p:cNvPr id="50" name="PlaceHolder 3"/>
          <p:cNvSpPr>
            <a:spLocks noGrp="1"/>
          </p:cNvSpPr>
          <p:nvPr>
            <p:ph type="sldNum" idx="21"/>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nl-NL" sz="700" b="0" u="none" strike="noStrike">
                <a:solidFill>
                  <a:schemeClr val="accent2"/>
                </a:solidFill>
                <a:effectLst/>
                <a:uFillTx/>
                <a:latin typeface="Work Sans"/>
              </a:defRPr>
            </a:lvl1pPr>
          </a:lstStyle>
          <a:p>
            <a:pPr indent="0" algn="r" defTabSz="914400">
              <a:lnSpc>
                <a:spcPct val="100000"/>
              </a:lnSpc>
              <a:buNone/>
              <a:tabLst>
                <a:tab pos="0" algn="l"/>
              </a:tabLst>
            </a:pPr>
            <a:fld id="{13B7C97F-B64F-4A4E-BF9E-2C36440015D7}" type="slidenum">
              <a:rPr lang="nl-NL"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51"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52" name="PlaceHolder 5"/>
          <p:cNvSpPr>
            <a:spLocks noGrp="1"/>
          </p:cNvSpPr>
          <p:nvPr>
            <p:ph type="body"/>
          </p:nvPr>
        </p:nvSpPr>
        <p:spPr>
          <a:xfrm>
            <a:off x="947880" y="2023920"/>
            <a:ext cx="282132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53" name="PlaceHolder 6"/>
          <p:cNvSpPr>
            <a:spLocks noGrp="1"/>
          </p:cNvSpPr>
          <p:nvPr>
            <p:ph type="body"/>
          </p:nvPr>
        </p:nvSpPr>
        <p:spPr>
          <a:xfrm>
            <a:off x="4096440" y="2023920"/>
            <a:ext cx="282132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54" name="PlaceHolder 7"/>
          <p:cNvSpPr>
            <a:spLocks noGrp="1"/>
          </p:cNvSpPr>
          <p:nvPr>
            <p:ph type="body"/>
          </p:nvPr>
        </p:nvSpPr>
        <p:spPr>
          <a:xfrm>
            <a:off x="7245000" y="2023920"/>
            <a:ext cx="282132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
    <p:bg>
      <p:bgPr>
        <a:solidFill>
          <a:schemeClr val="lt1"/>
        </a:solidFill>
        <a:effectLst/>
      </p:bgPr>
    </p:bg>
    <p:spTree>
      <p:nvGrpSpPr>
        <p:cNvPr id="1" name=""/>
        <p:cNvGrpSpPr/>
        <p:nvPr/>
      </p:nvGrpSpPr>
      <p:grpSpPr>
        <a:xfrm>
          <a:off x="0" y="0"/>
          <a:ext cx="0" cy="0"/>
          <a:chOff x="0" y="0"/>
          <a:chExt cx="0" cy="0"/>
        </a:xfrm>
      </p:grpSpPr>
      <p:pic>
        <p:nvPicPr>
          <p:cNvPr id="55" name="Bildobjekt 7"/>
          <p:cNvPicPr/>
          <p:nvPr/>
        </p:nvPicPr>
        <p:blipFill>
          <a:blip r:embed="rId2"/>
          <a:stretch/>
        </p:blipFill>
        <p:spPr>
          <a:xfrm>
            <a:off x="10838160" y="5633280"/>
            <a:ext cx="837720" cy="796320"/>
          </a:xfrm>
          <a:prstGeom prst="rect">
            <a:avLst/>
          </a:prstGeom>
          <a:noFill/>
          <a:ln w="0">
            <a:noFill/>
          </a:ln>
        </p:spPr>
      </p:pic>
      <p:sp>
        <p:nvSpPr>
          <p:cNvPr id="56" name="PlaceHolder 1"/>
          <p:cNvSpPr>
            <a:spLocks noGrp="1"/>
          </p:cNvSpPr>
          <p:nvPr>
            <p:ph type="title"/>
          </p:nvPr>
        </p:nvSpPr>
        <p:spPr>
          <a:xfrm>
            <a:off x="1695960" y="3571920"/>
            <a:ext cx="8798040" cy="1653480"/>
          </a:xfrm>
          <a:prstGeom prst="rect">
            <a:avLst/>
          </a:prstGeom>
          <a:noFill/>
          <a:ln w="0">
            <a:noFill/>
          </a:ln>
        </p:spPr>
        <p:txBody>
          <a:bodyPr lIns="91440" tIns="108000" rIns="91440" bIns="45720" anchor="ctr">
            <a:noAutofit/>
          </a:bodyPr>
          <a:lstStyle/>
          <a:p>
            <a:pPr indent="0" algn="ctr" defTabSz="914400">
              <a:lnSpc>
                <a:spcPts val="3841"/>
              </a:lnSpc>
              <a:buNone/>
              <a:tabLst>
                <a:tab pos="0" algn="l"/>
              </a:tabLst>
            </a:pPr>
            <a:r>
              <a:rPr lang="en-GB" sz="4800" b="0" u="none" strike="noStrike">
                <a:solidFill>
                  <a:schemeClr val="dk1"/>
                </a:solidFill>
                <a:effectLst/>
                <a:uFillTx/>
                <a:latin typeface="Work Sans"/>
              </a:rPr>
              <a:t>Presentation title</a:t>
            </a:r>
            <a:endParaRPr lang="en-GB" sz="4800" b="0" u="none" strike="noStrike">
              <a:solidFill>
                <a:srgbClr val="000000"/>
              </a:solidFill>
              <a:effectLst/>
              <a:uFillTx/>
              <a:latin typeface="Arial"/>
            </a:endParaRPr>
          </a:p>
        </p:txBody>
      </p:sp>
      <p:pic>
        <p:nvPicPr>
          <p:cNvPr id="57" name="Bildobjekt 2"/>
          <p:cNvPicPr/>
          <p:nvPr/>
        </p:nvPicPr>
        <p:blipFill>
          <a:blip r:embed="rId2"/>
          <a:stretch/>
        </p:blipFill>
        <p:spPr>
          <a:xfrm>
            <a:off x="5225400" y="1006920"/>
            <a:ext cx="1739160" cy="1653480"/>
          </a:xfrm>
          <a:prstGeom prst="rect">
            <a:avLst/>
          </a:prstGeom>
          <a:noFill/>
          <a:ln w="0">
            <a:noFill/>
          </a:ln>
        </p:spPr>
      </p:pic>
      <p:sp>
        <p:nvSpPr>
          <p:cNvPr id="58"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lnSpc>
                <a:spcPts val="2120"/>
              </a:lnSpc>
              <a:spcBef>
                <a:spcPts val="1417"/>
              </a:spcBef>
              <a:buClr>
                <a:srgbClr val="000000"/>
              </a:buClr>
              <a:buSzPct val="45000"/>
              <a:buFont typeface="Wingdings" charset="2"/>
              <a:buChar char=""/>
            </a:pPr>
            <a:r>
              <a:rPr lang="sv-SE" sz="1600" b="0" u="none" strike="noStrike">
                <a:solidFill>
                  <a:schemeClr val="lt1">
                    <a:lumMod val="65000"/>
                    <a:lumOff val="35000"/>
                  </a:schemeClr>
                </a:solidFill>
                <a:effectLst/>
                <a:uFillTx/>
                <a:latin typeface="Work Sans"/>
              </a:rPr>
              <a:t>Click to edit the outline text format</a:t>
            </a:r>
            <a:endParaRPr lang="en-GB" sz="16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sv-SE" sz="1200" b="0" u="none" strike="noStrike">
                <a:solidFill>
                  <a:schemeClr val="lt1">
                    <a:lumMod val="65000"/>
                    <a:lumOff val="35000"/>
                  </a:schemeClr>
                </a:solidFill>
                <a:effectLst/>
                <a:uFillTx/>
                <a:latin typeface="Work Sans"/>
              </a:rPr>
              <a:t>Second Outline Level</a:t>
            </a:r>
            <a:endParaRPr lang="en-GB" sz="12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sv-SE" sz="1000" b="0" u="none" strike="noStrike">
                <a:solidFill>
                  <a:schemeClr val="lt1">
                    <a:lumMod val="65000"/>
                    <a:lumOff val="35000"/>
                  </a:schemeClr>
                </a:solidFill>
                <a:effectLst/>
                <a:uFillTx/>
                <a:latin typeface="Work Sans"/>
              </a:rPr>
              <a:t>Third Outline Level</a:t>
            </a:r>
            <a:endParaRPr lang="en-GB" sz="10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sv-SE" sz="1000" b="0" u="none" strike="noStrike">
                <a:solidFill>
                  <a:schemeClr val="lt1">
                    <a:lumMod val="65000"/>
                    <a:lumOff val="35000"/>
                  </a:schemeClr>
                </a:solidFill>
                <a:effectLst/>
                <a:uFillTx/>
                <a:latin typeface="Work Sans"/>
              </a:rPr>
              <a:t>Fourth Outline Level</a:t>
            </a:r>
            <a:endParaRPr lang="en-GB" sz="10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sv-SE" sz="2000" b="0" u="none" strike="noStrike">
                <a:solidFill>
                  <a:schemeClr val="lt1">
                    <a:lumMod val="65000"/>
                    <a:lumOff val="35000"/>
                  </a:schemeClr>
                </a:solidFill>
                <a:effectLst/>
                <a:uFillTx/>
                <a:latin typeface="Work Sans"/>
              </a:rPr>
              <a:t>Fifth Outline Level</a:t>
            </a:r>
            <a:endParaRPr lang="en-GB"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sv-SE" sz="2000" b="0" u="none" strike="noStrike">
                <a:solidFill>
                  <a:schemeClr val="lt1">
                    <a:lumMod val="65000"/>
                    <a:lumOff val="35000"/>
                  </a:schemeClr>
                </a:solidFill>
                <a:effectLst/>
                <a:uFillTx/>
                <a:latin typeface="Work Sans"/>
              </a:rPr>
              <a:t>Sixth Outline Level</a:t>
            </a:r>
            <a:endParaRPr lang="en-GB"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sv-SE" sz="2000" b="0" u="none" strike="noStrike">
                <a:solidFill>
                  <a:schemeClr val="lt1">
                    <a:lumMod val="65000"/>
                    <a:lumOff val="35000"/>
                  </a:schemeClr>
                </a:solidFill>
                <a:effectLst/>
                <a:uFillTx/>
                <a:latin typeface="Work Sans"/>
              </a:rPr>
              <a:t>Seventh Outline Level</a:t>
            </a:r>
            <a:endParaRPr lang="en-GB" sz="2000" b="0" u="none" strike="noStrike">
              <a:solidFill>
                <a:srgbClr val="000000"/>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Headline and 3 images, text">
    <p:bg>
      <p:bgPr>
        <a:solidFill>
          <a:schemeClr val="lt1"/>
        </a:solidFill>
        <a:effectLst/>
      </p:bgPr>
    </p:bg>
    <p:spTree>
      <p:nvGrpSpPr>
        <p:cNvPr id="1" name=""/>
        <p:cNvGrpSpPr/>
        <p:nvPr/>
      </p:nvGrpSpPr>
      <p:grpSpPr>
        <a:xfrm>
          <a:off x="0" y="0"/>
          <a:ext cx="0" cy="0"/>
          <a:chOff x="0" y="0"/>
          <a:chExt cx="0" cy="0"/>
        </a:xfrm>
      </p:grpSpPr>
      <p:pic>
        <p:nvPicPr>
          <p:cNvPr id="59" name="Bildobjekt 7"/>
          <p:cNvPicPr/>
          <p:nvPr/>
        </p:nvPicPr>
        <p:blipFill>
          <a:blip r:embed="rId2"/>
          <a:stretch/>
        </p:blipFill>
        <p:spPr>
          <a:xfrm>
            <a:off x="10838160" y="5633280"/>
            <a:ext cx="837720" cy="796320"/>
          </a:xfrm>
          <a:prstGeom prst="rect">
            <a:avLst/>
          </a:prstGeom>
          <a:noFill/>
          <a:ln w="0">
            <a:noFill/>
          </a:ln>
        </p:spPr>
      </p:pic>
      <p:sp>
        <p:nvSpPr>
          <p:cNvPr id="60" name="PlaceHolder 1"/>
          <p:cNvSpPr>
            <a:spLocks noGrp="1"/>
          </p:cNvSpPr>
          <p:nvPr>
            <p:ph type="dt" idx="22"/>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nl-NL" sz="700" b="0" u="none" strike="noStrike">
                <a:solidFill>
                  <a:schemeClr val="accent2"/>
                </a:solidFill>
                <a:effectLst/>
                <a:uFillTx/>
                <a:latin typeface="Work Sans"/>
              </a:defRPr>
            </a:lvl1pPr>
          </a:lstStyle>
          <a:p>
            <a:pPr indent="0" defTabSz="914400">
              <a:lnSpc>
                <a:spcPct val="100000"/>
              </a:lnSpc>
              <a:buNone/>
              <a:tabLst>
                <a:tab pos="0" algn="l"/>
              </a:tabLst>
            </a:pPr>
            <a:r>
              <a:rPr lang="nl-NL"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61" name="PlaceHolder 2"/>
          <p:cNvSpPr>
            <a:spLocks noGrp="1"/>
          </p:cNvSpPr>
          <p:nvPr>
            <p:ph type="ftr" idx="23"/>
          </p:nvPr>
        </p:nvSpPr>
        <p:spPr>
          <a:xfrm>
            <a:off x="4037760" y="6470280"/>
            <a:ext cx="4114080" cy="968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p>
        </p:txBody>
      </p:sp>
      <p:sp>
        <p:nvSpPr>
          <p:cNvPr id="62" name="PlaceHolder 3"/>
          <p:cNvSpPr>
            <a:spLocks noGrp="1"/>
          </p:cNvSpPr>
          <p:nvPr>
            <p:ph type="sldNum" idx="24"/>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nl-NL" sz="700" b="0" u="none" strike="noStrike">
                <a:solidFill>
                  <a:schemeClr val="accent2"/>
                </a:solidFill>
                <a:effectLst/>
                <a:uFillTx/>
                <a:latin typeface="Work Sans"/>
              </a:defRPr>
            </a:lvl1pPr>
          </a:lstStyle>
          <a:p>
            <a:pPr indent="0" algn="r" defTabSz="914400">
              <a:lnSpc>
                <a:spcPct val="100000"/>
              </a:lnSpc>
              <a:buNone/>
              <a:tabLst>
                <a:tab pos="0" algn="l"/>
              </a:tabLst>
            </a:pPr>
            <a:fld id="{031F5CD0-F866-49DE-9578-461AEFB513B8}" type="slidenum">
              <a:rPr lang="nl-NL"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63"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64" name="PlaceHolder 5"/>
          <p:cNvSpPr>
            <a:spLocks noGrp="1"/>
          </p:cNvSpPr>
          <p:nvPr>
            <p:ph type="body"/>
          </p:nvPr>
        </p:nvSpPr>
        <p:spPr>
          <a:xfrm>
            <a:off x="947880" y="1687680"/>
            <a:ext cx="2821320" cy="33249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65" name="PlaceHolder 6"/>
          <p:cNvSpPr>
            <a:spLocks noGrp="1"/>
          </p:cNvSpPr>
          <p:nvPr>
            <p:ph type="body"/>
          </p:nvPr>
        </p:nvSpPr>
        <p:spPr>
          <a:xfrm>
            <a:off x="4096440" y="1687680"/>
            <a:ext cx="2821320" cy="33249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66" name="PlaceHolder 7"/>
          <p:cNvSpPr>
            <a:spLocks noGrp="1"/>
          </p:cNvSpPr>
          <p:nvPr>
            <p:ph type="body"/>
          </p:nvPr>
        </p:nvSpPr>
        <p:spPr>
          <a:xfrm>
            <a:off x="7245000" y="1687680"/>
            <a:ext cx="2821320" cy="33249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67" name="PlaceHolder 8"/>
          <p:cNvSpPr>
            <a:spLocks noGrp="1"/>
          </p:cNvSpPr>
          <p:nvPr>
            <p:ph type="body"/>
          </p:nvPr>
        </p:nvSpPr>
        <p:spPr>
          <a:xfrm>
            <a:off x="947880" y="5192640"/>
            <a:ext cx="282132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68" name="PlaceHolder 9"/>
          <p:cNvSpPr>
            <a:spLocks noGrp="1"/>
          </p:cNvSpPr>
          <p:nvPr>
            <p:ph type="body"/>
          </p:nvPr>
        </p:nvSpPr>
        <p:spPr>
          <a:xfrm>
            <a:off x="4096440" y="5192640"/>
            <a:ext cx="282132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69" name="PlaceHolder 10"/>
          <p:cNvSpPr>
            <a:spLocks noGrp="1"/>
          </p:cNvSpPr>
          <p:nvPr>
            <p:ph type="body"/>
          </p:nvPr>
        </p:nvSpPr>
        <p:spPr>
          <a:xfrm>
            <a:off x="7245000" y="5192640"/>
            <a:ext cx="282132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ogo">
    <p:bg>
      <p:bgPr>
        <a:solidFill>
          <a:schemeClr val="lt1"/>
        </a:solidFill>
        <a:effectLst/>
      </p:bgPr>
    </p:bg>
    <p:spTree>
      <p:nvGrpSpPr>
        <p:cNvPr id="1" name=""/>
        <p:cNvGrpSpPr/>
        <p:nvPr/>
      </p:nvGrpSpPr>
      <p:grpSpPr>
        <a:xfrm>
          <a:off x="0" y="0"/>
          <a:ext cx="0" cy="0"/>
          <a:chOff x="0" y="0"/>
          <a:chExt cx="0" cy="0"/>
        </a:xfrm>
      </p:grpSpPr>
      <p:pic>
        <p:nvPicPr>
          <p:cNvPr id="70" name="Bildobjekt 7"/>
          <p:cNvPicPr/>
          <p:nvPr/>
        </p:nvPicPr>
        <p:blipFill>
          <a:blip r:embed="rId2"/>
          <a:stretch/>
        </p:blipFill>
        <p:spPr>
          <a:xfrm>
            <a:off x="10838160" y="5633280"/>
            <a:ext cx="837720" cy="796320"/>
          </a:xfrm>
          <a:prstGeom prst="rect">
            <a:avLst/>
          </a:prstGeom>
          <a:noFill/>
          <a:ln w="0">
            <a:noFill/>
          </a:ln>
        </p:spPr>
      </p:pic>
      <p:pic>
        <p:nvPicPr>
          <p:cNvPr id="71" name="Bildobjekt 5"/>
          <p:cNvPicPr/>
          <p:nvPr/>
        </p:nvPicPr>
        <p:blipFill>
          <a:blip r:embed="rId2"/>
          <a:stretch/>
        </p:blipFill>
        <p:spPr>
          <a:xfrm>
            <a:off x="3818880" y="1272600"/>
            <a:ext cx="4555440" cy="4331160"/>
          </a:xfrm>
          <a:prstGeom prst="rect">
            <a:avLst/>
          </a:prstGeom>
          <a:noFill/>
          <a:ln w="0">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How to use this template">
    <p:bg>
      <p:bgPr>
        <a:solidFill>
          <a:schemeClr val="lt1"/>
        </a:solidFill>
        <a:effectLst/>
      </p:bgPr>
    </p:bg>
    <p:spTree>
      <p:nvGrpSpPr>
        <p:cNvPr id="1" name=""/>
        <p:cNvGrpSpPr/>
        <p:nvPr/>
      </p:nvGrpSpPr>
      <p:grpSpPr>
        <a:xfrm>
          <a:off x="0" y="0"/>
          <a:ext cx="0" cy="0"/>
          <a:chOff x="0" y="0"/>
          <a:chExt cx="0" cy="0"/>
        </a:xfrm>
      </p:grpSpPr>
      <p:pic>
        <p:nvPicPr>
          <p:cNvPr id="72" name="Bildobjekt 7"/>
          <p:cNvPicPr/>
          <p:nvPr/>
        </p:nvPicPr>
        <p:blipFill>
          <a:blip r:embed="rId2"/>
          <a:stretch/>
        </p:blipFill>
        <p:spPr>
          <a:xfrm>
            <a:off x="10838160" y="5633280"/>
            <a:ext cx="837720" cy="796320"/>
          </a:xfrm>
          <a:prstGeom prst="rect">
            <a:avLst/>
          </a:prstGeom>
          <a:noFill/>
          <a:ln w="0">
            <a:noFill/>
          </a:ln>
        </p:spPr>
      </p:pic>
      <p:sp>
        <p:nvSpPr>
          <p:cNvPr id="73" name="textruta 4"/>
          <p:cNvSpPr/>
          <p:nvPr/>
        </p:nvSpPr>
        <p:spPr>
          <a:xfrm>
            <a:off x="957240" y="821520"/>
            <a:ext cx="7969320" cy="583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3200" b="0" u="none" strike="noStrike">
                <a:solidFill>
                  <a:schemeClr val="dk1"/>
                </a:solidFill>
                <a:effectLst/>
                <a:uFillTx/>
                <a:latin typeface="Work Sans"/>
              </a:rPr>
              <a:t>How to use this template</a:t>
            </a:r>
            <a:endParaRPr lang="en-GB" sz="3200" b="0" u="none" strike="noStrike">
              <a:solidFill>
                <a:srgbClr val="000000"/>
              </a:solidFill>
              <a:effectLst/>
              <a:uFillTx/>
              <a:latin typeface="Arial"/>
            </a:endParaRPr>
          </a:p>
        </p:txBody>
      </p:sp>
      <p:pic>
        <p:nvPicPr>
          <p:cNvPr id="74" name="Picture 4" descr="Microsoft PowerPoint 365 Overview and Supported File Types"/>
          <p:cNvPicPr/>
          <p:nvPr/>
        </p:nvPicPr>
        <p:blipFill>
          <a:blip r:embed="rId3"/>
          <a:stretch/>
        </p:blipFill>
        <p:spPr>
          <a:xfrm>
            <a:off x="678960" y="2183760"/>
            <a:ext cx="207720" cy="333720"/>
          </a:xfrm>
          <a:prstGeom prst="rect">
            <a:avLst/>
          </a:prstGeom>
          <a:noFill/>
          <a:ln w="0">
            <a:noFill/>
          </a:ln>
        </p:spPr>
      </p:pic>
      <p:sp>
        <p:nvSpPr>
          <p:cNvPr id="75" name="textruta 6"/>
          <p:cNvSpPr/>
          <p:nvPr/>
        </p:nvSpPr>
        <p:spPr>
          <a:xfrm>
            <a:off x="947880" y="2142000"/>
            <a:ext cx="1865520" cy="204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0" u="none" strike="noStrike">
                <a:solidFill>
                  <a:schemeClr val="dk1"/>
                </a:solidFill>
                <a:effectLst/>
                <a:uFillTx/>
                <a:latin typeface="Work Sans"/>
              </a:rPr>
              <a:t>Slide templates</a:t>
            </a:r>
            <a:endParaRPr lang="en-GB" sz="1200" b="0" u="none" strike="noStrike">
              <a:solidFill>
                <a:srgbClr val="000000"/>
              </a:solidFill>
              <a:effectLst/>
              <a:uFillTx/>
              <a:latin typeface="Arial"/>
            </a:endParaRPr>
          </a:p>
          <a:p>
            <a:pPr defTabSz="914400">
              <a:lnSpc>
                <a:spcPct val="100000"/>
              </a:lnSpc>
              <a:spcBef>
                <a:spcPts val="601"/>
              </a:spcBef>
            </a:pPr>
            <a:r>
              <a:rPr lang="en-GB" sz="900" b="0" u="none" strike="noStrike">
                <a:solidFill>
                  <a:schemeClr val="dk1"/>
                </a:solidFill>
                <a:effectLst/>
                <a:uFillTx/>
                <a:latin typeface="Work Sans"/>
              </a:rPr>
              <a:t>Click on NEW slide to see the templates various temple slide. Choose one to suit your content. </a:t>
            </a:r>
            <a:endParaRPr lang="en-GB" sz="900" b="0" u="none" strike="noStrike">
              <a:solidFill>
                <a:srgbClr val="000000"/>
              </a:solidFill>
              <a:effectLst/>
              <a:uFillTx/>
              <a:latin typeface="Arial"/>
            </a:endParaRPr>
          </a:p>
          <a:p>
            <a:pPr defTabSz="914400">
              <a:lnSpc>
                <a:spcPct val="100000"/>
              </a:lnSpc>
              <a:spcBef>
                <a:spcPts val="601"/>
              </a:spcBef>
            </a:pPr>
            <a:r>
              <a:rPr lang="en-GB" sz="900" b="0" u="none" strike="noStrike">
                <a:solidFill>
                  <a:schemeClr val="dk1"/>
                </a:solidFill>
                <a:effectLst/>
                <a:uFillTx/>
                <a:latin typeface="Work Sans"/>
              </a:rPr>
              <a:t>There are three template themes:</a:t>
            </a:r>
            <a:endParaRPr lang="en-GB" sz="900" b="0" u="none" strike="noStrike">
              <a:solidFill>
                <a:srgbClr val="000000"/>
              </a:solidFill>
              <a:effectLst/>
              <a:uFillTx/>
              <a:latin typeface="Arial"/>
            </a:endParaRPr>
          </a:p>
          <a:p>
            <a:pPr defTabSz="914400">
              <a:lnSpc>
                <a:spcPct val="100000"/>
              </a:lnSpc>
              <a:spcBef>
                <a:spcPts val="601"/>
              </a:spcBef>
            </a:pPr>
            <a:r>
              <a:rPr lang="en-GB" sz="900" b="0" u="none" strike="noStrike">
                <a:solidFill>
                  <a:schemeClr val="dk1"/>
                </a:solidFill>
                <a:effectLst/>
                <a:uFillTx/>
                <a:latin typeface="Work Sans"/>
              </a:rPr>
              <a:t>UU theme WHITE</a:t>
            </a:r>
            <a:endParaRPr lang="en-GB" sz="900" b="0" u="none" strike="noStrike">
              <a:solidFill>
                <a:srgbClr val="000000"/>
              </a:solidFill>
              <a:effectLst/>
              <a:uFillTx/>
              <a:latin typeface="Arial"/>
            </a:endParaRPr>
          </a:p>
          <a:p>
            <a:pPr defTabSz="914400">
              <a:lnSpc>
                <a:spcPct val="100000"/>
              </a:lnSpc>
              <a:spcBef>
                <a:spcPts val="601"/>
              </a:spcBef>
            </a:pPr>
            <a:r>
              <a:rPr lang="en-GB" sz="900" b="0" u="none" strike="noStrike">
                <a:solidFill>
                  <a:schemeClr val="dk1"/>
                </a:solidFill>
                <a:effectLst/>
                <a:uFillTx/>
                <a:latin typeface="Work Sans"/>
              </a:rPr>
              <a:t>UU theme LIGHT GREY</a:t>
            </a:r>
            <a:endParaRPr lang="en-GB" sz="900" b="0" u="none" strike="noStrike">
              <a:solidFill>
                <a:srgbClr val="000000"/>
              </a:solidFill>
              <a:effectLst/>
              <a:uFillTx/>
              <a:latin typeface="Arial"/>
            </a:endParaRPr>
          </a:p>
          <a:p>
            <a:pPr defTabSz="914400">
              <a:lnSpc>
                <a:spcPct val="100000"/>
              </a:lnSpc>
              <a:spcBef>
                <a:spcPts val="601"/>
              </a:spcBef>
            </a:pPr>
            <a:r>
              <a:rPr lang="en-GB" sz="900" b="0" u="none" strike="noStrike">
                <a:solidFill>
                  <a:schemeClr val="dk1"/>
                </a:solidFill>
                <a:effectLst/>
                <a:uFillTx/>
                <a:latin typeface="Work Sans"/>
              </a:rPr>
              <a:t>UU theme DARK GREY (NB: for the Humanities Theatre)</a:t>
            </a:r>
            <a:endParaRPr lang="en-GB" sz="900" b="0" u="none" strike="noStrike">
              <a:solidFill>
                <a:srgbClr val="000000"/>
              </a:solidFill>
              <a:effectLst/>
              <a:uFillTx/>
              <a:latin typeface="Arial"/>
            </a:endParaRPr>
          </a:p>
        </p:txBody>
      </p:sp>
      <p:pic>
        <p:nvPicPr>
          <p:cNvPr id="76" name="Picture 4" descr="Microsoft PowerPoint 365 Overview and Supported File Types"/>
          <p:cNvPicPr/>
          <p:nvPr/>
        </p:nvPicPr>
        <p:blipFill>
          <a:blip r:embed="rId4"/>
          <a:stretch/>
        </p:blipFill>
        <p:spPr>
          <a:xfrm>
            <a:off x="629280" y="4367520"/>
            <a:ext cx="327240" cy="104760"/>
          </a:xfrm>
          <a:prstGeom prst="rect">
            <a:avLst/>
          </a:prstGeom>
          <a:noFill/>
          <a:ln w="0">
            <a:noFill/>
          </a:ln>
        </p:spPr>
      </p:pic>
      <p:sp>
        <p:nvSpPr>
          <p:cNvPr id="77" name="textruta 9"/>
          <p:cNvSpPr/>
          <p:nvPr/>
        </p:nvSpPr>
        <p:spPr>
          <a:xfrm>
            <a:off x="947880" y="4272840"/>
            <a:ext cx="1865520" cy="90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0" u="none" strike="noStrike">
                <a:solidFill>
                  <a:schemeClr val="dk1"/>
                </a:solidFill>
                <a:effectLst/>
                <a:uFillTx/>
                <a:latin typeface="Work Sans"/>
              </a:rPr>
              <a:t>Layout</a:t>
            </a:r>
            <a:endParaRPr lang="en-GB" sz="1200" b="0" u="none" strike="noStrike">
              <a:solidFill>
                <a:srgbClr val="000000"/>
              </a:solidFill>
              <a:effectLst/>
              <a:uFillTx/>
              <a:latin typeface="Arial"/>
            </a:endParaRPr>
          </a:p>
          <a:p>
            <a:pPr defTabSz="914400">
              <a:lnSpc>
                <a:spcPct val="100000"/>
              </a:lnSpc>
              <a:spcBef>
                <a:spcPts val="601"/>
              </a:spcBef>
            </a:pPr>
            <a:r>
              <a:rPr lang="en-GB" sz="900" b="0" u="none" strike="noStrike">
                <a:solidFill>
                  <a:schemeClr val="dk1"/>
                </a:solidFill>
                <a:effectLst/>
                <a:uFillTx/>
                <a:latin typeface="Work Sans"/>
              </a:rPr>
              <a:t>If you’d like to change slide template on an existing slide, click on Layout and select a new template. </a:t>
            </a:r>
            <a:endParaRPr lang="en-GB" sz="900" b="0" u="none" strike="noStrike">
              <a:solidFill>
                <a:srgbClr val="000000"/>
              </a:solidFill>
              <a:effectLst/>
              <a:uFillTx/>
              <a:latin typeface="Arial"/>
            </a:endParaRPr>
          </a:p>
        </p:txBody>
      </p:sp>
      <p:sp>
        <p:nvSpPr>
          <p:cNvPr id="78" name="textruta 10"/>
          <p:cNvSpPr/>
          <p:nvPr/>
        </p:nvSpPr>
        <p:spPr>
          <a:xfrm>
            <a:off x="947880" y="5276160"/>
            <a:ext cx="1865520" cy="768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0" u="none" strike="noStrike">
                <a:solidFill>
                  <a:schemeClr val="dk1"/>
                </a:solidFill>
                <a:effectLst/>
                <a:uFillTx/>
                <a:latin typeface="Work Sans"/>
              </a:rPr>
              <a:t>Reset</a:t>
            </a:r>
            <a:endParaRPr lang="en-GB" sz="1200" b="0" u="none" strike="noStrike">
              <a:solidFill>
                <a:srgbClr val="000000"/>
              </a:solidFill>
              <a:effectLst/>
              <a:uFillTx/>
              <a:latin typeface="Arial"/>
            </a:endParaRPr>
          </a:p>
          <a:p>
            <a:pPr defTabSz="914400">
              <a:lnSpc>
                <a:spcPct val="100000"/>
              </a:lnSpc>
              <a:spcBef>
                <a:spcPts val="601"/>
              </a:spcBef>
              <a:spcAft>
                <a:spcPts val="601"/>
              </a:spcAft>
            </a:pPr>
            <a:r>
              <a:rPr lang="en-GB" sz="900" b="0" u="none" strike="noStrike">
                <a:solidFill>
                  <a:schemeClr val="dk1"/>
                </a:solidFill>
                <a:effectLst/>
                <a:uFillTx/>
                <a:latin typeface="Work Sans"/>
              </a:rPr>
              <a:t>Reset a slide to the slide templates design by </a:t>
            </a:r>
            <a:br>
              <a:rPr sz="900"/>
            </a:br>
            <a:r>
              <a:rPr lang="en-GB" sz="900" b="0" u="none" strike="noStrike">
                <a:solidFill>
                  <a:schemeClr val="dk1"/>
                </a:solidFill>
                <a:effectLst/>
                <a:uFillTx/>
                <a:latin typeface="Work Sans"/>
              </a:rPr>
              <a:t>clicking on </a:t>
            </a:r>
            <a:r>
              <a:rPr lang="en-GB" sz="900" b="0" i="1" u="none" strike="noStrike">
                <a:solidFill>
                  <a:schemeClr val="dk1"/>
                </a:solidFill>
                <a:effectLst/>
                <a:uFillTx/>
                <a:latin typeface="Work Sans"/>
              </a:rPr>
              <a:t>Reset</a:t>
            </a:r>
            <a:r>
              <a:rPr lang="en-GB" sz="900" b="0" u="none" strike="noStrike">
                <a:solidFill>
                  <a:schemeClr val="dk1"/>
                </a:solidFill>
                <a:effectLst/>
                <a:uFillTx/>
                <a:latin typeface="Work Sans"/>
              </a:rPr>
              <a:t>. </a:t>
            </a:r>
            <a:endParaRPr lang="en-GB" sz="900" b="0" u="none" strike="noStrike">
              <a:solidFill>
                <a:srgbClr val="000000"/>
              </a:solidFill>
              <a:effectLst/>
              <a:uFillTx/>
              <a:latin typeface="Arial"/>
            </a:endParaRPr>
          </a:p>
        </p:txBody>
      </p:sp>
      <p:pic>
        <p:nvPicPr>
          <p:cNvPr id="79" name="Picture 4" descr="Microsoft PowerPoint 365 Overview and Supported File Types"/>
          <p:cNvPicPr/>
          <p:nvPr/>
        </p:nvPicPr>
        <p:blipFill>
          <a:blip r:embed="rId5"/>
          <a:stretch/>
        </p:blipFill>
        <p:spPr>
          <a:xfrm>
            <a:off x="655200" y="5371920"/>
            <a:ext cx="255600" cy="104760"/>
          </a:xfrm>
          <a:prstGeom prst="rect">
            <a:avLst/>
          </a:prstGeom>
          <a:noFill/>
          <a:ln w="0">
            <a:noFill/>
          </a:ln>
        </p:spPr>
      </p:pic>
      <p:pic>
        <p:nvPicPr>
          <p:cNvPr id="80" name="Picture 8" descr="Header and Footer on slides - Microsoft PowerPoint 365"/>
          <p:cNvPicPr/>
          <p:nvPr/>
        </p:nvPicPr>
        <p:blipFill>
          <a:blip r:embed="rId6"/>
          <a:stretch/>
        </p:blipFill>
        <p:spPr>
          <a:xfrm>
            <a:off x="5285160" y="4077360"/>
            <a:ext cx="1492560" cy="1102680"/>
          </a:xfrm>
          <a:prstGeom prst="rect">
            <a:avLst/>
          </a:prstGeom>
          <a:noFill/>
          <a:ln w="0">
            <a:noFill/>
          </a:ln>
        </p:spPr>
      </p:pic>
      <p:sp>
        <p:nvSpPr>
          <p:cNvPr id="81" name="textruta 13"/>
          <p:cNvSpPr/>
          <p:nvPr/>
        </p:nvSpPr>
        <p:spPr>
          <a:xfrm>
            <a:off x="5231520" y="2142000"/>
            <a:ext cx="1865520" cy="1830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0" u="none" strike="noStrike">
                <a:solidFill>
                  <a:schemeClr val="dk1"/>
                </a:solidFill>
                <a:effectLst/>
                <a:uFillTx/>
                <a:latin typeface="Work Sans"/>
              </a:rPr>
              <a:t>Header and footer</a:t>
            </a:r>
            <a:endParaRPr lang="en-GB" sz="1200" b="0" u="none" strike="noStrike">
              <a:solidFill>
                <a:srgbClr val="000000"/>
              </a:solidFill>
              <a:effectLst/>
              <a:uFillTx/>
              <a:latin typeface="Arial"/>
            </a:endParaRPr>
          </a:p>
          <a:p>
            <a:pPr defTabSz="914400">
              <a:lnSpc>
                <a:spcPct val="100000"/>
              </a:lnSpc>
              <a:spcBef>
                <a:spcPts val="601"/>
              </a:spcBef>
              <a:spcAft>
                <a:spcPts val="601"/>
              </a:spcAft>
            </a:pPr>
            <a:r>
              <a:rPr lang="en-GB" sz="900" b="0" u="none" strike="noStrike">
                <a:solidFill>
                  <a:schemeClr val="dk1"/>
                </a:solidFill>
                <a:effectLst/>
                <a:uFillTx/>
                <a:latin typeface="Work Sans"/>
              </a:rPr>
              <a:t>Insert header/footer, </a:t>
            </a:r>
            <a:br>
              <a:rPr sz="900"/>
            </a:br>
            <a:r>
              <a:rPr lang="en-GB" sz="900" b="0" u="none" strike="noStrike">
                <a:solidFill>
                  <a:schemeClr val="dk1"/>
                </a:solidFill>
                <a:effectLst/>
                <a:uFillTx/>
                <a:latin typeface="Work Sans"/>
              </a:rPr>
              <a:t>date and page numbers:</a:t>
            </a:r>
            <a:endParaRPr lang="en-GB" sz="900" b="0" u="none" strike="noStrike">
              <a:solidFill>
                <a:srgbClr val="000000"/>
              </a:solidFill>
              <a:effectLst/>
              <a:uFillTx/>
              <a:latin typeface="Arial"/>
            </a:endParaRPr>
          </a:p>
          <a:p>
            <a:pPr marL="120600" indent="-120600" defTabSz="914400">
              <a:lnSpc>
                <a:spcPct val="100000"/>
              </a:lnSpc>
              <a:spcAft>
                <a:spcPts val="601"/>
              </a:spcAft>
              <a:buClr>
                <a:srgbClr val="808080"/>
              </a:buClr>
              <a:buFont typeface="Calibri Light"/>
              <a:buAutoNum type="arabicPeriod"/>
            </a:pPr>
            <a:r>
              <a:rPr lang="en-GB" sz="900" b="0" u="none" strike="noStrike">
                <a:solidFill>
                  <a:schemeClr val="dk1"/>
                </a:solidFill>
                <a:effectLst/>
                <a:uFillTx/>
                <a:latin typeface="Work Sans"/>
              </a:rPr>
              <a:t>On the </a:t>
            </a:r>
            <a:r>
              <a:rPr lang="en-GB" sz="900" b="0" i="1" u="none" strike="noStrike">
                <a:solidFill>
                  <a:schemeClr val="dk1"/>
                </a:solidFill>
                <a:effectLst/>
                <a:uFillTx/>
                <a:latin typeface="Work Sans"/>
              </a:rPr>
              <a:t>Insert</a:t>
            </a:r>
            <a:r>
              <a:rPr lang="en-GB" sz="900" b="0" u="none" strike="noStrike">
                <a:solidFill>
                  <a:schemeClr val="dk1"/>
                </a:solidFill>
                <a:effectLst/>
                <a:uFillTx/>
                <a:latin typeface="Work Sans"/>
              </a:rPr>
              <a:t> tab, </a:t>
            </a:r>
            <a:br>
              <a:rPr sz="900"/>
            </a:br>
            <a:r>
              <a:rPr lang="en-GB" sz="900" b="0" u="none" strike="noStrike">
                <a:solidFill>
                  <a:schemeClr val="dk1"/>
                </a:solidFill>
                <a:effectLst/>
                <a:uFillTx/>
                <a:latin typeface="Work Sans"/>
              </a:rPr>
              <a:t>click </a:t>
            </a:r>
            <a:r>
              <a:rPr lang="en-GB" sz="900" b="0" i="1" u="none" strike="noStrike">
                <a:solidFill>
                  <a:schemeClr val="dk1"/>
                </a:solidFill>
                <a:effectLst/>
                <a:uFillTx/>
                <a:latin typeface="Work Sans"/>
              </a:rPr>
              <a:t>Header &amp; Footer</a:t>
            </a:r>
            <a:r>
              <a:rPr lang="en-GB" sz="900" b="0" u="none" strike="noStrike">
                <a:solidFill>
                  <a:schemeClr val="dk1"/>
                </a:solidFill>
                <a:effectLst/>
                <a:uFillTx/>
                <a:latin typeface="Work Sans"/>
              </a:rPr>
              <a:t>.</a:t>
            </a:r>
            <a:endParaRPr lang="en-GB" sz="900" b="0" u="none" strike="noStrike">
              <a:solidFill>
                <a:srgbClr val="000000"/>
              </a:solidFill>
              <a:effectLst/>
              <a:uFillTx/>
              <a:latin typeface="Arial"/>
            </a:endParaRPr>
          </a:p>
          <a:p>
            <a:pPr marL="120600" indent="-120600" defTabSz="914400">
              <a:lnSpc>
                <a:spcPct val="100000"/>
              </a:lnSpc>
              <a:spcAft>
                <a:spcPts val="601"/>
              </a:spcAft>
              <a:buClr>
                <a:srgbClr val="808080"/>
              </a:buClr>
              <a:buFont typeface="Calibri Light"/>
              <a:buAutoNum type="arabicPeriod"/>
            </a:pPr>
            <a:r>
              <a:rPr lang="en-GB" sz="900" b="0" u="none" strike="noStrike">
                <a:solidFill>
                  <a:schemeClr val="dk1"/>
                </a:solidFill>
                <a:effectLst/>
                <a:uFillTx/>
                <a:latin typeface="Work Sans"/>
              </a:rPr>
              <a:t>In the Header and Footer box, on the Slide tab, select the information you want.</a:t>
            </a:r>
            <a:endParaRPr lang="en-GB" sz="900" b="0" u="none" strike="noStrike">
              <a:solidFill>
                <a:srgbClr val="000000"/>
              </a:solidFill>
              <a:effectLst/>
              <a:uFillTx/>
              <a:latin typeface="Arial"/>
            </a:endParaRPr>
          </a:p>
          <a:p>
            <a:pPr marL="120600" indent="-120600" defTabSz="914400">
              <a:lnSpc>
                <a:spcPct val="100000"/>
              </a:lnSpc>
              <a:spcAft>
                <a:spcPts val="601"/>
              </a:spcAft>
              <a:buClr>
                <a:srgbClr val="808080"/>
              </a:buClr>
              <a:buFont typeface="Calibri Light"/>
              <a:buAutoNum type="arabicPeriod"/>
            </a:pPr>
            <a:r>
              <a:rPr lang="en-GB" sz="900" b="0" u="none" strike="noStrike">
                <a:solidFill>
                  <a:schemeClr val="dk1"/>
                </a:solidFill>
                <a:effectLst/>
                <a:uFillTx/>
                <a:latin typeface="Work Sans"/>
              </a:rPr>
              <a:t>Click </a:t>
            </a:r>
            <a:r>
              <a:rPr lang="en-GB" sz="900" b="0" i="1" u="none" strike="noStrike">
                <a:solidFill>
                  <a:schemeClr val="dk1"/>
                </a:solidFill>
                <a:effectLst/>
                <a:uFillTx/>
                <a:latin typeface="Work Sans"/>
              </a:rPr>
              <a:t>Apply to All</a:t>
            </a:r>
            <a:r>
              <a:rPr lang="en-GB" sz="900" b="0" u="none" strike="noStrike">
                <a:solidFill>
                  <a:schemeClr val="dk1"/>
                </a:solidFill>
                <a:effectLst/>
                <a:uFillTx/>
                <a:latin typeface="Work Sans"/>
              </a:rPr>
              <a:t>.</a:t>
            </a:r>
            <a:endParaRPr lang="en-GB" sz="900" b="0" u="none" strike="noStrike">
              <a:solidFill>
                <a:srgbClr val="000000"/>
              </a:solidFill>
              <a:effectLst/>
              <a:uFillTx/>
              <a:latin typeface="Arial"/>
            </a:endParaRPr>
          </a:p>
        </p:txBody>
      </p:sp>
      <p:sp>
        <p:nvSpPr>
          <p:cNvPr id="82" name="textruta 14"/>
          <p:cNvSpPr/>
          <p:nvPr/>
        </p:nvSpPr>
        <p:spPr>
          <a:xfrm>
            <a:off x="7341840" y="2142000"/>
            <a:ext cx="1974600" cy="3030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0" u="none" strike="noStrike">
                <a:solidFill>
                  <a:schemeClr val="dk1"/>
                </a:solidFill>
                <a:effectLst/>
                <a:uFillTx/>
                <a:latin typeface="Work Sans"/>
              </a:rPr>
              <a:t>Change the image crop</a:t>
            </a:r>
            <a:endParaRPr lang="en-GB" sz="1200" b="0" u="none" strike="noStrike">
              <a:solidFill>
                <a:srgbClr val="000000"/>
              </a:solidFill>
              <a:effectLst/>
              <a:uFillTx/>
              <a:latin typeface="Arial"/>
            </a:endParaRPr>
          </a:p>
          <a:p>
            <a:pPr defTabSz="914400">
              <a:lnSpc>
                <a:spcPct val="100000"/>
              </a:lnSpc>
              <a:spcBef>
                <a:spcPts val="601"/>
              </a:spcBef>
              <a:spcAft>
                <a:spcPts val="601"/>
              </a:spcAft>
            </a:pPr>
            <a:r>
              <a:rPr lang="en-GB" sz="900" b="0" u="none" strike="noStrike">
                <a:solidFill>
                  <a:schemeClr val="dk1"/>
                </a:solidFill>
                <a:effectLst/>
                <a:uFillTx/>
                <a:latin typeface="Work Sans"/>
              </a:rPr>
              <a:t>When an image is placed in an image place holder, PowerPoint automatically crops the image to fit the placeholder. To alter what part of the image is shown:</a:t>
            </a:r>
            <a:endParaRPr lang="en-GB" sz="900" b="0" u="none" strike="noStrike">
              <a:solidFill>
                <a:srgbClr val="000000"/>
              </a:solidFill>
              <a:effectLst/>
              <a:uFillTx/>
              <a:latin typeface="Arial"/>
            </a:endParaRPr>
          </a:p>
          <a:p>
            <a:pPr marL="120600" indent="-120600" defTabSz="914400">
              <a:lnSpc>
                <a:spcPct val="100000"/>
              </a:lnSpc>
              <a:spcBef>
                <a:spcPts val="601"/>
              </a:spcBef>
              <a:spcAft>
                <a:spcPts val="601"/>
              </a:spcAft>
              <a:buClr>
                <a:srgbClr val="808080"/>
              </a:buClr>
              <a:buFont typeface="Calibri Light"/>
              <a:buAutoNum type="arabicPeriod"/>
            </a:pPr>
            <a:r>
              <a:rPr lang="en-GB" sz="900" b="0" u="none" strike="noStrike">
                <a:solidFill>
                  <a:schemeClr val="dk1"/>
                </a:solidFill>
                <a:effectLst/>
                <a:uFillTx/>
                <a:latin typeface="Work Sans"/>
              </a:rPr>
              <a:t>Select the image and go to </a:t>
            </a:r>
            <a:br>
              <a:rPr sz="900"/>
            </a:br>
            <a:r>
              <a:rPr lang="en-GB" sz="900" b="0" u="none" strike="noStrike">
                <a:solidFill>
                  <a:schemeClr val="dk1"/>
                </a:solidFill>
                <a:effectLst/>
                <a:uFillTx/>
                <a:latin typeface="Work Sans"/>
              </a:rPr>
              <a:t>the </a:t>
            </a:r>
            <a:r>
              <a:rPr lang="en-GB" sz="900" b="0" i="1" u="none" strike="noStrike">
                <a:solidFill>
                  <a:schemeClr val="dk1"/>
                </a:solidFill>
                <a:effectLst/>
                <a:uFillTx/>
                <a:latin typeface="Work Sans"/>
              </a:rPr>
              <a:t>Picture Format </a:t>
            </a:r>
            <a:r>
              <a:rPr lang="en-GB" sz="900" b="0" u="none" strike="noStrike">
                <a:solidFill>
                  <a:schemeClr val="dk1"/>
                </a:solidFill>
                <a:effectLst/>
                <a:uFillTx/>
                <a:latin typeface="Work Sans"/>
              </a:rPr>
              <a:t>tab. </a:t>
            </a:r>
            <a:endParaRPr lang="en-GB" sz="900" b="0" u="none" strike="noStrike">
              <a:solidFill>
                <a:srgbClr val="000000"/>
              </a:solidFill>
              <a:effectLst/>
              <a:uFillTx/>
              <a:latin typeface="Arial"/>
            </a:endParaRPr>
          </a:p>
          <a:p>
            <a:pPr marL="120600" indent="-120600" defTabSz="914400">
              <a:lnSpc>
                <a:spcPct val="100000"/>
              </a:lnSpc>
              <a:spcBef>
                <a:spcPts val="601"/>
              </a:spcBef>
              <a:spcAft>
                <a:spcPts val="601"/>
              </a:spcAft>
              <a:buClr>
                <a:srgbClr val="808080"/>
              </a:buClr>
              <a:buFont typeface="Calibri Light"/>
              <a:buAutoNum type="arabicPeriod"/>
            </a:pPr>
            <a:r>
              <a:rPr lang="en-GB" sz="900" b="0" u="none" strike="noStrike">
                <a:solidFill>
                  <a:schemeClr val="dk1"/>
                </a:solidFill>
                <a:effectLst/>
                <a:uFillTx/>
                <a:latin typeface="Work Sans"/>
              </a:rPr>
              <a:t>Choose </a:t>
            </a:r>
            <a:r>
              <a:rPr lang="en-GB" sz="900" b="0" i="1" u="none" strike="noStrike">
                <a:solidFill>
                  <a:schemeClr val="dk1"/>
                </a:solidFill>
                <a:effectLst/>
                <a:uFillTx/>
                <a:latin typeface="Work Sans"/>
              </a:rPr>
              <a:t>Crop</a:t>
            </a:r>
            <a:r>
              <a:rPr lang="en-GB" sz="900" b="0" u="none" strike="noStrike">
                <a:solidFill>
                  <a:schemeClr val="dk1"/>
                </a:solidFill>
                <a:effectLst/>
                <a:uFillTx/>
                <a:latin typeface="Work Sans"/>
              </a:rPr>
              <a:t>. Now, the entire image is visible, the cropped out parts are darker. </a:t>
            </a:r>
            <a:endParaRPr lang="en-GB" sz="900" b="0" u="none" strike="noStrike">
              <a:solidFill>
                <a:srgbClr val="000000"/>
              </a:solidFill>
              <a:effectLst/>
              <a:uFillTx/>
              <a:latin typeface="Arial"/>
            </a:endParaRPr>
          </a:p>
          <a:p>
            <a:pPr marL="120600" indent="-120600" defTabSz="914400">
              <a:lnSpc>
                <a:spcPct val="100000"/>
              </a:lnSpc>
              <a:spcBef>
                <a:spcPts val="601"/>
              </a:spcBef>
              <a:spcAft>
                <a:spcPts val="601"/>
              </a:spcAft>
              <a:buClr>
                <a:srgbClr val="808080"/>
              </a:buClr>
              <a:buFont typeface="Calibri Light"/>
              <a:buAutoNum type="arabicPeriod"/>
            </a:pPr>
            <a:r>
              <a:rPr lang="en-GB" sz="900" b="0" u="none" strike="noStrike">
                <a:solidFill>
                  <a:schemeClr val="dk1"/>
                </a:solidFill>
                <a:effectLst/>
                <a:uFillTx/>
                <a:latin typeface="Work Sans"/>
              </a:rPr>
              <a:t>Now you can move the image around within the placeholder and/or zoom in by pulling the corners of the image. </a:t>
            </a:r>
            <a:endParaRPr lang="en-GB" sz="900" b="0" u="none" strike="noStrike">
              <a:solidFill>
                <a:srgbClr val="000000"/>
              </a:solidFill>
              <a:effectLst/>
              <a:uFillTx/>
              <a:latin typeface="Arial"/>
            </a:endParaRPr>
          </a:p>
        </p:txBody>
      </p:sp>
      <p:pic>
        <p:nvPicPr>
          <p:cNvPr id="83" name="Bildobjekt 15"/>
          <p:cNvPicPr/>
          <p:nvPr/>
        </p:nvPicPr>
        <p:blipFill>
          <a:blip r:embed="rId7"/>
          <a:srcRect l="7572" t="11128" r="8930" b="13065"/>
          <a:stretch/>
        </p:blipFill>
        <p:spPr>
          <a:xfrm>
            <a:off x="9721080" y="2238840"/>
            <a:ext cx="1578240" cy="979560"/>
          </a:xfrm>
          <a:prstGeom prst="rect">
            <a:avLst/>
          </a:prstGeom>
          <a:noFill/>
          <a:ln w="0">
            <a:noFill/>
          </a:ln>
        </p:spPr>
      </p:pic>
      <p:pic>
        <p:nvPicPr>
          <p:cNvPr id="84" name="Bildobjekt 1"/>
          <p:cNvPicPr/>
          <p:nvPr/>
        </p:nvPicPr>
        <p:blipFill>
          <a:blip r:embed="rId8"/>
          <a:srcRect r="2749"/>
          <a:stretch/>
        </p:blipFill>
        <p:spPr>
          <a:xfrm>
            <a:off x="3018600" y="2183760"/>
            <a:ext cx="1710720" cy="1008000"/>
          </a:xfrm>
          <a:prstGeom prst="rect">
            <a:avLst/>
          </a:prstGeom>
          <a:noFill/>
          <a:ln w="0">
            <a:noFill/>
          </a:ln>
        </p:spPr>
      </p:pic>
      <p:pic>
        <p:nvPicPr>
          <p:cNvPr id="85" name="Bildobjekt 2"/>
          <p:cNvPicPr/>
          <p:nvPr/>
        </p:nvPicPr>
        <p:blipFill>
          <a:blip r:embed="rId9"/>
          <a:srcRect r="2749"/>
          <a:stretch/>
        </p:blipFill>
        <p:spPr>
          <a:xfrm>
            <a:off x="3018600" y="3087720"/>
            <a:ext cx="1710720" cy="1039320"/>
          </a:xfrm>
          <a:prstGeom prst="rect">
            <a:avLst/>
          </a:prstGeom>
          <a:noFill/>
          <a:ln w="0">
            <a:noFill/>
          </a:ln>
        </p:spPr>
      </p:pic>
      <p:pic>
        <p:nvPicPr>
          <p:cNvPr id="86" name="Bildobjekt 3"/>
          <p:cNvPicPr/>
          <p:nvPr/>
        </p:nvPicPr>
        <p:blipFill>
          <a:blip r:embed="rId10"/>
          <a:srcRect r="2635" b="4349"/>
          <a:stretch/>
        </p:blipFill>
        <p:spPr>
          <a:xfrm>
            <a:off x="3018600" y="4043520"/>
            <a:ext cx="1710720" cy="90468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Preparing your presentation">
    <p:bg>
      <p:bgPr>
        <a:solidFill>
          <a:schemeClr val="lt1"/>
        </a:solidFill>
        <a:effectLst/>
      </p:bgPr>
    </p:bg>
    <p:spTree>
      <p:nvGrpSpPr>
        <p:cNvPr id="1" name=""/>
        <p:cNvGrpSpPr/>
        <p:nvPr/>
      </p:nvGrpSpPr>
      <p:grpSpPr>
        <a:xfrm>
          <a:off x="0" y="0"/>
          <a:ext cx="0" cy="0"/>
          <a:chOff x="0" y="0"/>
          <a:chExt cx="0" cy="0"/>
        </a:xfrm>
      </p:grpSpPr>
      <p:pic>
        <p:nvPicPr>
          <p:cNvPr id="87" name="Bildobjekt 7"/>
          <p:cNvPicPr/>
          <p:nvPr/>
        </p:nvPicPr>
        <p:blipFill>
          <a:blip r:embed="rId2"/>
          <a:stretch/>
        </p:blipFill>
        <p:spPr>
          <a:xfrm>
            <a:off x="10838160" y="5633280"/>
            <a:ext cx="837720" cy="796320"/>
          </a:xfrm>
          <a:prstGeom prst="rect">
            <a:avLst/>
          </a:prstGeom>
          <a:noFill/>
          <a:ln w="0">
            <a:noFill/>
          </a:ln>
        </p:spPr>
      </p:pic>
      <p:sp>
        <p:nvSpPr>
          <p:cNvPr id="88" name="textruta 5"/>
          <p:cNvSpPr/>
          <p:nvPr/>
        </p:nvSpPr>
        <p:spPr>
          <a:xfrm>
            <a:off x="947880" y="2544480"/>
            <a:ext cx="4558680" cy="1767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30400" indent="-2304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ea typeface="Calibri"/>
              </a:rPr>
              <a:t>The presentation is a visual aid and will be better if the written information is brief and punchy</a:t>
            </a:r>
            <a:endParaRPr lang="en-GB" sz="1600" b="0" u="none" strike="noStrike">
              <a:solidFill>
                <a:srgbClr val="000000"/>
              </a:solidFill>
              <a:effectLst/>
              <a:uFillTx/>
              <a:latin typeface="Arial"/>
            </a:endParaRPr>
          </a:p>
          <a:p>
            <a:pPr marL="230400" indent="-2304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ea typeface="Calibri"/>
              </a:rPr>
              <a:t>Use the presentation to illustrate your message – use figures, quotes, etc.</a:t>
            </a:r>
            <a:endParaRPr lang="en-GB" sz="1600" b="0" u="none" strike="noStrike">
              <a:solidFill>
                <a:srgbClr val="000000"/>
              </a:solidFill>
              <a:effectLst/>
              <a:uFillTx/>
              <a:latin typeface="Arial"/>
            </a:endParaRPr>
          </a:p>
          <a:p>
            <a:pPr marL="230400" indent="-2304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ea typeface="Calibri"/>
              </a:rPr>
              <a:t>Cues and bullet points are often useful</a:t>
            </a:r>
            <a:endParaRPr lang="en-GB" sz="1600" b="0" u="none" strike="noStrike">
              <a:solidFill>
                <a:srgbClr val="000000"/>
              </a:solidFill>
              <a:effectLst/>
              <a:uFillTx/>
              <a:latin typeface="Arial"/>
            </a:endParaRPr>
          </a:p>
        </p:txBody>
      </p:sp>
      <p:sp>
        <p:nvSpPr>
          <p:cNvPr id="89" name="textruta 6"/>
          <p:cNvSpPr/>
          <p:nvPr/>
        </p:nvSpPr>
        <p:spPr>
          <a:xfrm>
            <a:off x="6084360" y="2544480"/>
            <a:ext cx="4636440" cy="1767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30400" indent="-2304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ea typeface="Calibri"/>
              </a:rPr>
              <a:t>Choose images/photos carefully – the right picture reinforces the message, the wrong one spoils it</a:t>
            </a:r>
            <a:endParaRPr lang="en-GB" sz="1600" b="0" u="none" strike="noStrike">
              <a:solidFill>
                <a:srgbClr val="000000"/>
              </a:solidFill>
              <a:effectLst/>
              <a:uFillTx/>
              <a:latin typeface="Arial"/>
            </a:endParaRPr>
          </a:p>
          <a:p>
            <a:pPr marL="230400" indent="-2304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ea typeface="Calibri"/>
              </a:rPr>
              <a:t>If you can’t make a coherent slide, skip it – explain in your own words instead </a:t>
            </a:r>
            <a:endParaRPr lang="en-GB" sz="1600" b="0" u="none" strike="noStrike">
              <a:solidFill>
                <a:srgbClr val="000000"/>
              </a:solidFill>
              <a:effectLst/>
              <a:uFillTx/>
              <a:latin typeface="Arial"/>
            </a:endParaRPr>
          </a:p>
          <a:p>
            <a:pPr marL="230400" indent="-2304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ea typeface="Calibri"/>
              </a:rPr>
              <a:t>Keep the presentation short. Talk instead</a:t>
            </a:r>
            <a:endParaRPr lang="en-GB" sz="1600" b="0" u="none" strike="noStrike">
              <a:solidFill>
                <a:srgbClr val="000000"/>
              </a:solidFill>
              <a:effectLst/>
              <a:uFillTx/>
              <a:latin typeface="Arial"/>
            </a:endParaRPr>
          </a:p>
        </p:txBody>
      </p:sp>
      <p:sp>
        <p:nvSpPr>
          <p:cNvPr id="90" name="textruta 7"/>
          <p:cNvSpPr/>
          <p:nvPr/>
        </p:nvSpPr>
        <p:spPr>
          <a:xfrm>
            <a:off x="947880" y="1890360"/>
            <a:ext cx="4558680" cy="36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ts val="2120"/>
              </a:lnSpc>
              <a:spcBef>
                <a:spcPts val="300"/>
              </a:spcBef>
            </a:pPr>
            <a:r>
              <a:rPr lang="en-GB" sz="1800" b="0" u="none" strike="noStrike">
                <a:solidFill>
                  <a:schemeClr val="dk1"/>
                </a:solidFill>
                <a:effectLst/>
                <a:uFillTx/>
                <a:latin typeface="Work Sans"/>
                <a:ea typeface="Calibri"/>
              </a:rPr>
              <a:t>Bear in mind:</a:t>
            </a:r>
            <a:endParaRPr lang="en-GB" sz="1800" b="0" u="none" strike="noStrike">
              <a:solidFill>
                <a:srgbClr val="000000"/>
              </a:solidFill>
              <a:effectLst/>
              <a:uFillTx/>
              <a:latin typeface="Arial"/>
            </a:endParaRPr>
          </a:p>
        </p:txBody>
      </p:sp>
      <p:sp>
        <p:nvSpPr>
          <p:cNvPr id="91" name="textruta 8"/>
          <p:cNvSpPr/>
          <p:nvPr/>
        </p:nvSpPr>
        <p:spPr>
          <a:xfrm>
            <a:off x="947880" y="899280"/>
            <a:ext cx="7774200" cy="57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ts val="3841"/>
              </a:lnSpc>
            </a:pPr>
            <a:r>
              <a:rPr lang="en-GB" sz="3200" b="0" u="none" strike="noStrike">
                <a:solidFill>
                  <a:schemeClr val="dk1"/>
                </a:solidFill>
                <a:effectLst/>
                <a:uFillTx/>
                <a:latin typeface="Work Sans"/>
                <a:ea typeface="Calibri"/>
              </a:rPr>
              <a:t>Preparing your presentation</a:t>
            </a:r>
            <a:endParaRPr lang="en-GB" sz="3200" b="0" u="none" strike="noStrike">
              <a:solidFill>
                <a:srgbClr val="000000"/>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Accessibility Office 2013/2016">
    <p:bg>
      <p:bgPr>
        <a:solidFill>
          <a:schemeClr val="lt1"/>
        </a:solidFill>
        <a:effectLst/>
      </p:bgPr>
    </p:bg>
    <p:spTree>
      <p:nvGrpSpPr>
        <p:cNvPr id="1" name=""/>
        <p:cNvGrpSpPr/>
        <p:nvPr/>
      </p:nvGrpSpPr>
      <p:grpSpPr>
        <a:xfrm>
          <a:off x="0" y="0"/>
          <a:ext cx="0" cy="0"/>
          <a:chOff x="0" y="0"/>
          <a:chExt cx="0" cy="0"/>
        </a:xfrm>
      </p:grpSpPr>
      <p:pic>
        <p:nvPicPr>
          <p:cNvPr id="92" name="Bildobjekt 7"/>
          <p:cNvPicPr/>
          <p:nvPr/>
        </p:nvPicPr>
        <p:blipFill>
          <a:blip r:embed="rId2"/>
          <a:stretch/>
        </p:blipFill>
        <p:spPr>
          <a:xfrm>
            <a:off x="10838160" y="5633280"/>
            <a:ext cx="837720" cy="796320"/>
          </a:xfrm>
          <a:prstGeom prst="rect">
            <a:avLst/>
          </a:prstGeom>
          <a:noFill/>
          <a:ln w="0">
            <a:noFill/>
          </a:ln>
        </p:spPr>
      </p:pic>
      <p:sp>
        <p:nvSpPr>
          <p:cNvPr id="93" name="textruta 5"/>
          <p:cNvSpPr/>
          <p:nvPr/>
        </p:nvSpPr>
        <p:spPr>
          <a:xfrm>
            <a:off x="957240" y="821520"/>
            <a:ext cx="7969320" cy="583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3200" b="0" u="none" strike="noStrike">
                <a:solidFill>
                  <a:schemeClr val="dk1"/>
                </a:solidFill>
                <a:effectLst/>
                <a:uFillTx/>
                <a:latin typeface="Work Sans"/>
              </a:rPr>
              <a:t>Make your presentation accessible</a:t>
            </a:r>
            <a:endParaRPr lang="en-GB" sz="3200" b="0" u="none" strike="noStrike">
              <a:solidFill>
                <a:srgbClr val="000000"/>
              </a:solidFill>
              <a:effectLst/>
              <a:uFillTx/>
              <a:latin typeface="Arial"/>
            </a:endParaRPr>
          </a:p>
        </p:txBody>
      </p:sp>
      <p:sp>
        <p:nvSpPr>
          <p:cNvPr id="94" name="textruta 6"/>
          <p:cNvSpPr/>
          <p:nvPr/>
        </p:nvSpPr>
        <p:spPr>
          <a:xfrm>
            <a:off x="957240" y="1528200"/>
            <a:ext cx="9322560" cy="522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tabLst>
                <a:tab pos="0" algn="l"/>
              </a:tabLst>
            </a:pPr>
            <a:r>
              <a:rPr lang="en-GB" sz="1400" b="0" u="none" strike="noStrike">
                <a:solidFill>
                  <a:schemeClr val="dk1"/>
                </a:solidFill>
                <a:effectLst/>
                <a:uFillTx/>
                <a:latin typeface="Work Sans"/>
              </a:rPr>
              <a:t>The template is set up to be as accessibility-friendly as possible, but there are two things you need to do yourself as you add content. </a:t>
            </a:r>
            <a:r>
              <a:rPr lang="en-GB" sz="1400" b="1" u="none" strike="noStrike">
                <a:solidFill>
                  <a:schemeClr val="dk1"/>
                </a:solidFill>
                <a:effectLst/>
                <a:uFillTx/>
                <a:latin typeface="Work Sans SemiBold"/>
              </a:rPr>
              <a:t>The instructions below are for Office 2013/2016.</a:t>
            </a:r>
            <a:endParaRPr lang="en-GB" sz="1400" b="0" u="none" strike="noStrike">
              <a:solidFill>
                <a:srgbClr val="000000"/>
              </a:solidFill>
              <a:effectLst/>
              <a:uFillTx/>
              <a:latin typeface="Arial"/>
            </a:endParaRPr>
          </a:p>
        </p:txBody>
      </p:sp>
      <p:sp>
        <p:nvSpPr>
          <p:cNvPr id="95" name="textruta 7"/>
          <p:cNvSpPr/>
          <p:nvPr/>
        </p:nvSpPr>
        <p:spPr>
          <a:xfrm>
            <a:off x="947880" y="2600640"/>
            <a:ext cx="4233960" cy="1887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1001"/>
              </a:spcAft>
              <a:tabLst>
                <a:tab pos="0" algn="l"/>
              </a:tabLst>
            </a:pPr>
            <a:r>
              <a:rPr lang="en-GB" sz="1000" b="0" u="none" strike="noStrike">
                <a:solidFill>
                  <a:schemeClr val="dk1"/>
                </a:solidFill>
                <a:effectLst/>
                <a:uFillTx/>
                <a:latin typeface="Work Sans"/>
              </a:rPr>
              <a:t>Right-click on an image/figure and select the option "Format Picture." A tab will then open on the right side of the window. Choose the </a:t>
            </a:r>
            <a:r>
              <a:rPr lang="en-GB" sz="1000" b="0" i="1" u="none" strike="noStrike">
                <a:solidFill>
                  <a:schemeClr val="dk1"/>
                </a:solidFill>
                <a:effectLst/>
                <a:uFillTx/>
                <a:latin typeface="Work Sans"/>
              </a:rPr>
              <a:t>Size and Properties</a:t>
            </a:r>
            <a:r>
              <a:rPr lang="en-GB" sz="1000" b="0" u="none" strike="noStrike">
                <a:solidFill>
                  <a:schemeClr val="dk1"/>
                </a:solidFill>
                <a:effectLst/>
                <a:uFillTx/>
                <a:latin typeface="Work Sans"/>
              </a:rPr>
              <a:t> of the figure, then select </a:t>
            </a:r>
            <a:r>
              <a:rPr lang="en-GB" sz="1000" b="0" i="1" u="none" strike="noStrike">
                <a:solidFill>
                  <a:schemeClr val="dk1"/>
                </a:solidFill>
                <a:effectLst/>
                <a:uFillTx/>
                <a:latin typeface="Work Sans"/>
              </a:rPr>
              <a:t>Alternative Text</a:t>
            </a:r>
            <a:r>
              <a:rPr lang="en-GB" sz="1000" b="0" u="none" strike="noStrike">
                <a:solidFill>
                  <a:schemeClr val="dk1"/>
                </a:solidFill>
                <a:effectLst/>
                <a:uFillTx/>
                <a:latin typeface="Work Sans"/>
              </a:rPr>
              <a:t>. Describe your image/figure in 1-2 sentences that will be read aloud by screen readers for those with visual impairments.</a:t>
            </a:r>
            <a:endParaRPr lang="en-GB" sz="1000" b="0" u="none" strike="noStrike">
              <a:solidFill>
                <a:srgbClr val="000000"/>
              </a:solidFill>
              <a:effectLst/>
              <a:uFillTx/>
              <a:latin typeface="Arial"/>
            </a:endParaRPr>
          </a:p>
          <a:p>
            <a:pPr defTabSz="914400">
              <a:lnSpc>
                <a:spcPct val="100000"/>
              </a:lnSpc>
              <a:spcAft>
                <a:spcPts val="1001"/>
              </a:spcAft>
              <a:tabLst>
                <a:tab pos="0" algn="l"/>
              </a:tabLst>
            </a:pPr>
            <a:r>
              <a:rPr lang="en-GB" sz="1000" b="0" u="none" strike="noStrike">
                <a:solidFill>
                  <a:schemeClr val="dk1"/>
                </a:solidFill>
                <a:effectLst/>
                <a:uFillTx/>
                <a:latin typeface="Work Sans"/>
              </a:rPr>
              <a:t>If the image/figure serves no informative purpose and you want to exclude it, you can simply leave the title and description empty.</a:t>
            </a:r>
            <a:endParaRPr lang="en-GB" sz="1000" b="0" u="none" strike="noStrike">
              <a:solidFill>
                <a:srgbClr val="000000"/>
              </a:solidFill>
              <a:effectLst/>
              <a:uFillTx/>
              <a:latin typeface="Arial"/>
            </a:endParaRPr>
          </a:p>
          <a:p>
            <a:pPr defTabSz="914400">
              <a:lnSpc>
                <a:spcPct val="100000"/>
              </a:lnSpc>
              <a:tabLst>
                <a:tab pos="0" algn="l"/>
              </a:tabLst>
            </a:pPr>
            <a:endParaRPr lang="en-GB" sz="1000" b="0" u="none" strike="noStrike">
              <a:solidFill>
                <a:srgbClr val="000000"/>
              </a:solidFill>
              <a:effectLst/>
              <a:uFillTx/>
              <a:latin typeface="Arial"/>
            </a:endParaRPr>
          </a:p>
        </p:txBody>
      </p:sp>
      <p:sp>
        <p:nvSpPr>
          <p:cNvPr id="96" name="textruta 8"/>
          <p:cNvSpPr/>
          <p:nvPr/>
        </p:nvSpPr>
        <p:spPr>
          <a:xfrm>
            <a:off x="5549760" y="2600640"/>
            <a:ext cx="4233960" cy="3553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601"/>
              </a:spcAft>
            </a:pPr>
            <a:r>
              <a:rPr lang="en-GB" sz="1000" b="0" u="none" strike="noStrike">
                <a:solidFill>
                  <a:schemeClr val="dk1"/>
                </a:solidFill>
                <a:effectLst/>
                <a:uFillTx/>
                <a:latin typeface="Work Sans"/>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endParaRPr lang="en-GB" sz="1000" b="0" u="none" strike="noStrike">
              <a:solidFill>
                <a:srgbClr val="000000"/>
              </a:solidFill>
              <a:effectLst/>
              <a:uFillTx/>
              <a:latin typeface="Arial"/>
            </a:endParaRPr>
          </a:p>
          <a:p>
            <a:pPr defTabSz="914400">
              <a:lnSpc>
                <a:spcPct val="100000"/>
              </a:lnSpc>
              <a:spcAft>
                <a:spcPts val="601"/>
              </a:spcAft>
            </a:pPr>
            <a:endParaRPr lang="en-GB" sz="1000" b="0" u="none" strike="noStrike">
              <a:solidFill>
                <a:srgbClr val="000000"/>
              </a:solidFill>
              <a:effectLst/>
              <a:uFillTx/>
              <a:latin typeface="Arial"/>
            </a:endParaRPr>
          </a:p>
          <a:p>
            <a:pPr defTabSz="914400">
              <a:lnSpc>
                <a:spcPct val="100000"/>
              </a:lnSpc>
              <a:spcAft>
                <a:spcPts val="601"/>
              </a:spcAft>
              <a:tabLst>
                <a:tab pos="0" algn="l"/>
              </a:tabLst>
            </a:pPr>
            <a:r>
              <a:rPr lang="en-GB" sz="1000" b="1" u="none" strike="noStrike">
                <a:solidFill>
                  <a:schemeClr val="dk1"/>
                </a:solidFill>
                <a:effectLst/>
                <a:uFillTx/>
                <a:latin typeface="Work Sans"/>
              </a:rPr>
              <a:t>You can control the reading order by:</a:t>
            </a:r>
            <a:endParaRPr lang="en-GB" sz="1000" b="0" u="none" strike="noStrike">
              <a:solidFill>
                <a:srgbClr val="000000"/>
              </a:solidFill>
              <a:effectLst/>
              <a:uFillTx/>
              <a:latin typeface="Arial"/>
            </a:endParaRPr>
          </a:p>
          <a:p>
            <a:pPr marL="228600" indent="-228600" defTabSz="914400">
              <a:lnSpc>
                <a:spcPct val="100000"/>
              </a:lnSpc>
              <a:spcAft>
                <a:spcPts val="601"/>
              </a:spcAft>
              <a:buClr>
                <a:srgbClr val="595959"/>
              </a:buClr>
              <a:buFont typeface="Calibri Light"/>
              <a:buAutoNum type="arabicPeriod"/>
              <a:tabLst>
                <a:tab pos="0" algn="l"/>
              </a:tabLst>
            </a:pPr>
            <a:r>
              <a:rPr lang="en-GB" sz="1000" b="0" u="none" strike="noStrike">
                <a:solidFill>
                  <a:schemeClr val="dk1"/>
                </a:solidFill>
                <a:effectLst/>
                <a:uFillTx/>
                <a:latin typeface="Work Sans"/>
              </a:rPr>
              <a:t>Selecting an object in the file.</a:t>
            </a:r>
            <a:endParaRPr lang="en-GB" sz="1000" b="0" u="none" strike="noStrike">
              <a:solidFill>
                <a:srgbClr val="000000"/>
              </a:solidFill>
              <a:effectLst/>
              <a:uFillTx/>
              <a:latin typeface="Arial"/>
            </a:endParaRPr>
          </a:p>
          <a:p>
            <a:pPr marL="228600" indent="-228600" defTabSz="914400">
              <a:lnSpc>
                <a:spcPct val="100000"/>
              </a:lnSpc>
              <a:spcAft>
                <a:spcPts val="601"/>
              </a:spcAft>
              <a:buClr>
                <a:srgbClr val="595959"/>
              </a:buClr>
              <a:buFont typeface="Calibri Light"/>
              <a:buAutoNum type="arabicPeriod"/>
              <a:tabLst>
                <a:tab pos="0" algn="l"/>
              </a:tabLst>
            </a:pPr>
            <a:r>
              <a:rPr lang="en-GB" sz="1000" b="0" u="none" strike="noStrike">
                <a:solidFill>
                  <a:schemeClr val="dk1"/>
                </a:solidFill>
                <a:effectLst/>
                <a:uFillTx/>
                <a:latin typeface="Work Sans"/>
              </a:rPr>
              <a:t>Choosing the "Format" tab that appears on the right side of the ribbon.</a:t>
            </a:r>
            <a:endParaRPr lang="en-GB" sz="1000" b="0" u="none" strike="noStrike">
              <a:solidFill>
                <a:srgbClr val="000000"/>
              </a:solidFill>
              <a:effectLst/>
              <a:uFillTx/>
              <a:latin typeface="Arial"/>
            </a:endParaRPr>
          </a:p>
          <a:p>
            <a:pPr marL="228600" indent="-228600" defTabSz="914400">
              <a:lnSpc>
                <a:spcPct val="100000"/>
              </a:lnSpc>
              <a:spcAft>
                <a:spcPts val="601"/>
              </a:spcAft>
              <a:buClr>
                <a:srgbClr val="595959"/>
              </a:buClr>
              <a:buFont typeface="Calibri Light"/>
              <a:buAutoNum type="arabicPeriod"/>
              <a:tabLst>
                <a:tab pos="0" algn="l"/>
              </a:tabLst>
            </a:pPr>
            <a:r>
              <a:rPr lang="en-GB" sz="1000" b="0" u="none" strike="noStrike">
                <a:solidFill>
                  <a:schemeClr val="dk1"/>
                </a:solidFill>
                <a:effectLst/>
                <a:uFillTx/>
                <a:latin typeface="Work Sans"/>
              </a:rPr>
              <a:t>Selecting "Selection Pane" in the "Arrange" group.</a:t>
            </a:r>
            <a:endParaRPr lang="en-GB" sz="1000" b="0" u="none" strike="noStrike">
              <a:solidFill>
                <a:srgbClr val="000000"/>
              </a:solidFill>
              <a:effectLst/>
              <a:uFillTx/>
              <a:latin typeface="Arial"/>
            </a:endParaRPr>
          </a:p>
          <a:p>
            <a:pPr marL="228600" indent="-228600" defTabSz="914400">
              <a:lnSpc>
                <a:spcPct val="100000"/>
              </a:lnSpc>
              <a:spcAft>
                <a:spcPts val="601"/>
              </a:spcAft>
              <a:buClr>
                <a:srgbClr val="595959"/>
              </a:buClr>
              <a:buFont typeface="Calibri Light"/>
              <a:buAutoNum type="arabicPeriod"/>
              <a:tabLst>
                <a:tab pos="0" algn="l"/>
              </a:tabLst>
            </a:pPr>
            <a:r>
              <a:rPr lang="en-GB" sz="1000" b="0" u="none" strike="noStrike">
                <a:solidFill>
                  <a:schemeClr val="dk1"/>
                </a:solidFill>
                <a:effectLst/>
                <a:uFillTx/>
                <a:latin typeface="Work Sans"/>
              </a:rPr>
              <a:t>Selecting one or more objects in the list.</a:t>
            </a:r>
            <a:endParaRPr lang="en-GB" sz="1000" b="0" u="none" strike="noStrike">
              <a:solidFill>
                <a:srgbClr val="000000"/>
              </a:solidFill>
              <a:effectLst/>
              <a:uFillTx/>
              <a:latin typeface="Arial"/>
            </a:endParaRPr>
          </a:p>
          <a:p>
            <a:pPr marL="228600" indent="-228600" defTabSz="914400">
              <a:lnSpc>
                <a:spcPct val="100000"/>
              </a:lnSpc>
              <a:spcAft>
                <a:spcPts val="601"/>
              </a:spcAft>
              <a:buClr>
                <a:srgbClr val="595959"/>
              </a:buClr>
              <a:buFont typeface="Calibri Light"/>
              <a:buAutoNum type="arabicPeriod"/>
              <a:tabLst>
                <a:tab pos="0" algn="l"/>
              </a:tabLst>
            </a:pPr>
            <a:r>
              <a:rPr lang="en-GB" sz="1000" b="0" u="none" strike="noStrike">
                <a:solidFill>
                  <a:schemeClr val="dk1"/>
                </a:solidFill>
                <a:effectLst/>
                <a:uFillTx/>
                <a:latin typeface="Work Sans"/>
              </a:rPr>
              <a:t>Dragging the selection upward or downward, or clicking the "Up" button.</a:t>
            </a:r>
            <a:endParaRPr lang="en-GB" sz="1000" b="0" u="none" strike="noStrike">
              <a:solidFill>
                <a:srgbClr val="000000"/>
              </a:solidFill>
              <a:effectLst/>
              <a:uFillTx/>
              <a:latin typeface="Arial"/>
            </a:endParaRPr>
          </a:p>
          <a:p>
            <a:pPr marL="228600" indent="-228600" defTabSz="914400">
              <a:lnSpc>
                <a:spcPct val="100000"/>
              </a:lnSpc>
              <a:spcAft>
                <a:spcPts val="601"/>
              </a:spcAft>
              <a:buClr>
                <a:srgbClr val="595959"/>
              </a:buClr>
              <a:buFont typeface="Calibri Light"/>
              <a:buAutoNum type="arabicPeriod"/>
              <a:tabLst>
                <a:tab pos="0" algn="l"/>
              </a:tabLst>
            </a:pPr>
            <a:r>
              <a:rPr lang="en-GB" sz="1000" b="0" u="none" strike="noStrike">
                <a:solidFill>
                  <a:schemeClr val="dk1"/>
                </a:solidFill>
                <a:effectLst/>
                <a:uFillTx/>
                <a:latin typeface="Work Sans"/>
              </a:rPr>
              <a:t>Dragging the objects until they have the desired order. This will not affect the layout on the page, only the order in which they are read by screen readers.</a:t>
            </a:r>
            <a:endParaRPr lang="en-GB" sz="1000" b="0" u="none" strike="noStrike">
              <a:solidFill>
                <a:srgbClr val="000000"/>
              </a:solidFill>
              <a:effectLst/>
              <a:uFillTx/>
              <a:latin typeface="Arial"/>
            </a:endParaRPr>
          </a:p>
          <a:p>
            <a:pPr defTabSz="914400">
              <a:lnSpc>
                <a:spcPct val="100000"/>
              </a:lnSpc>
              <a:tabLst>
                <a:tab pos="0" algn="l"/>
              </a:tabLst>
            </a:pPr>
            <a:endParaRPr lang="en-GB" sz="1000" b="0" u="none" strike="noStrike">
              <a:solidFill>
                <a:srgbClr val="000000"/>
              </a:solidFill>
              <a:effectLst/>
              <a:uFillTx/>
              <a:latin typeface="Arial"/>
            </a:endParaRPr>
          </a:p>
        </p:txBody>
      </p:sp>
      <p:sp>
        <p:nvSpPr>
          <p:cNvPr id="97" name="textruta 9"/>
          <p:cNvSpPr/>
          <p:nvPr/>
        </p:nvSpPr>
        <p:spPr>
          <a:xfrm>
            <a:off x="934200" y="2230920"/>
            <a:ext cx="424728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400" b="0" u="none" strike="noStrike">
                <a:solidFill>
                  <a:schemeClr val="dk1"/>
                </a:solidFill>
                <a:effectLst/>
                <a:uFillTx/>
                <a:latin typeface="Work Sans Medium"/>
              </a:rPr>
              <a:t>Add alternative text for images/figures</a:t>
            </a:r>
            <a:endParaRPr lang="en-GB" sz="1400" b="0" u="none" strike="noStrike">
              <a:solidFill>
                <a:srgbClr val="000000"/>
              </a:solidFill>
              <a:effectLst/>
              <a:uFillTx/>
              <a:latin typeface="Arial"/>
            </a:endParaRPr>
          </a:p>
        </p:txBody>
      </p:sp>
      <p:sp>
        <p:nvSpPr>
          <p:cNvPr id="98" name="textruta 10"/>
          <p:cNvSpPr/>
          <p:nvPr/>
        </p:nvSpPr>
        <p:spPr>
          <a:xfrm>
            <a:off x="5543640" y="2230920"/>
            <a:ext cx="424728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400" b="0" u="none" strike="noStrike">
                <a:solidFill>
                  <a:schemeClr val="dk1"/>
                </a:solidFill>
                <a:effectLst/>
                <a:uFillTx/>
                <a:latin typeface="Work Sans Medium"/>
              </a:rPr>
              <a:t>Set reading order</a:t>
            </a:r>
            <a:endParaRPr lang="en-GB" sz="1400" b="0" u="none" strike="noStrike">
              <a:solidFill>
                <a:srgbClr val="000000"/>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Accessibility Office 365/2019">
    <p:bg>
      <p:bgPr>
        <a:solidFill>
          <a:schemeClr val="lt1"/>
        </a:solidFill>
        <a:effectLst/>
      </p:bgPr>
    </p:bg>
    <p:spTree>
      <p:nvGrpSpPr>
        <p:cNvPr id="1" name=""/>
        <p:cNvGrpSpPr/>
        <p:nvPr/>
      </p:nvGrpSpPr>
      <p:grpSpPr>
        <a:xfrm>
          <a:off x="0" y="0"/>
          <a:ext cx="0" cy="0"/>
          <a:chOff x="0" y="0"/>
          <a:chExt cx="0" cy="0"/>
        </a:xfrm>
      </p:grpSpPr>
      <p:pic>
        <p:nvPicPr>
          <p:cNvPr id="99" name="Bildobjekt 7"/>
          <p:cNvPicPr/>
          <p:nvPr/>
        </p:nvPicPr>
        <p:blipFill>
          <a:blip r:embed="rId2"/>
          <a:stretch/>
        </p:blipFill>
        <p:spPr>
          <a:xfrm>
            <a:off x="10838160" y="5633280"/>
            <a:ext cx="837720" cy="796320"/>
          </a:xfrm>
          <a:prstGeom prst="rect">
            <a:avLst/>
          </a:prstGeom>
          <a:noFill/>
          <a:ln w="0">
            <a:noFill/>
          </a:ln>
        </p:spPr>
      </p:pic>
      <p:sp>
        <p:nvSpPr>
          <p:cNvPr id="100" name="textruta 5"/>
          <p:cNvSpPr/>
          <p:nvPr/>
        </p:nvSpPr>
        <p:spPr>
          <a:xfrm>
            <a:off x="957240" y="821520"/>
            <a:ext cx="7969320" cy="583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3200" b="0" u="none" strike="noStrike">
                <a:solidFill>
                  <a:schemeClr val="dk1"/>
                </a:solidFill>
                <a:effectLst/>
                <a:uFillTx/>
                <a:latin typeface="Work Sans"/>
              </a:rPr>
              <a:t>Make your presentation accessible</a:t>
            </a:r>
            <a:endParaRPr lang="en-GB" sz="3200" b="0" u="none" strike="noStrike">
              <a:solidFill>
                <a:srgbClr val="000000"/>
              </a:solidFill>
              <a:effectLst/>
              <a:uFillTx/>
              <a:latin typeface="Arial"/>
            </a:endParaRPr>
          </a:p>
        </p:txBody>
      </p:sp>
      <p:sp>
        <p:nvSpPr>
          <p:cNvPr id="101" name="textruta 6"/>
          <p:cNvSpPr/>
          <p:nvPr/>
        </p:nvSpPr>
        <p:spPr>
          <a:xfrm>
            <a:off x="957240" y="1528200"/>
            <a:ext cx="9322560" cy="522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tabLst>
                <a:tab pos="0" algn="l"/>
              </a:tabLst>
            </a:pPr>
            <a:r>
              <a:rPr lang="en-GB" sz="1400" b="0" u="none" strike="noStrike">
                <a:solidFill>
                  <a:schemeClr val="dk1"/>
                </a:solidFill>
                <a:effectLst/>
                <a:uFillTx/>
                <a:latin typeface="Work Sans"/>
              </a:rPr>
              <a:t>The template is set up to be as accessibility-friendly as possible, but there are two things you need to do yourself as you add content. </a:t>
            </a:r>
            <a:r>
              <a:rPr lang="en-GB" sz="1400" b="1" u="none" strike="noStrike">
                <a:solidFill>
                  <a:schemeClr val="dk1"/>
                </a:solidFill>
                <a:effectLst/>
                <a:uFillTx/>
                <a:latin typeface="Work Sans SemiBold"/>
              </a:rPr>
              <a:t>The instructions below are for Office 365 or Office 2019.</a:t>
            </a:r>
            <a:endParaRPr lang="en-GB" sz="1400" b="0" u="none" strike="noStrike">
              <a:solidFill>
                <a:srgbClr val="000000"/>
              </a:solidFill>
              <a:effectLst/>
              <a:uFillTx/>
              <a:latin typeface="Arial"/>
            </a:endParaRPr>
          </a:p>
        </p:txBody>
      </p:sp>
      <p:sp>
        <p:nvSpPr>
          <p:cNvPr id="102" name="textruta 7"/>
          <p:cNvSpPr/>
          <p:nvPr/>
        </p:nvSpPr>
        <p:spPr>
          <a:xfrm>
            <a:off x="947880" y="2600640"/>
            <a:ext cx="4233960" cy="1887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1001"/>
              </a:spcAft>
              <a:tabLst>
                <a:tab pos="0" algn="l"/>
              </a:tabLst>
            </a:pPr>
            <a:r>
              <a:rPr lang="en-GB" sz="1000" b="0" u="none" strike="noStrike">
                <a:solidFill>
                  <a:schemeClr val="dk1"/>
                </a:solidFill>
                <a:effectLst/>
                <a:uFillTx/>
                <a:latin typeface="Work Sans"/>
              </a:rPr>
              <a:t>Right-click on an image/figure and select the option "Format Picture." A tab will then open on the right side of the window. Choose the </a:t>
            </a:r>
            <a:r>
              <a:rPr lang="en-GB" sz="1000" b="0" i="1" u="none" strike="noStrike">
                <a:solidFill>
                  <a:schemeClr val="dk1"/>
                </a:solidFill>
                <a:effectLst/>
                <a:uFillTx/>
                <a:latin typeface="Work Sans"/>
              </a:rPr>
              <a:t>Size and Properties</a:t>
            </a:r>
            <a:r>
              <a:rPr lang="en-GB" sz="1000" b="0" u="none" strike="noStrike">
                <a:solidFill>
                  <a:schemeClr val="dk1"/>
                </a:solidFill>
                <a:effectLst/>
                <a:uFillTx/>
                <a:latin typeface="Work Sans"/>
              </a:rPr>
              <a:t> of the figure, then select </a:t>
            </a:r>
            <a:r>
              <a:rPr lang="en-GB" sz="1000" b="0" i="1" u="none" strike="noStrike">
                <a:solidFill>
                  <a:schemeClr val="dk1"/>
                </a:solidFill>
                <a:effectLst/>
                <a:uFillTx/>
                <a:latin typeface="Work Sans"/>
              </a:rPr>
              <a:t>Alternative Text</a:t>
            </a:r>
            <a:r>
              <a:rPr lang="en-GB" sz="1000" b="0" u="none" strike="noStrike">
                <a:solidFill>
                  <a:schemeClr val="dk1"/>
                </a:solidFill>
                <a:effectLst/>
                <a:uFillTx/>
                <a:latin typeface="Work Sans"/>
              </a:rPr>
              <a:t>. Describe your image/figure in 1-2 sentences that will be read aloud by screen readers for those with visual impairments.</a:t>
            </a:r>
            <a:endParaRPr lang="en-GB" sz="1000" b="0" u="none" strike="noStrike">
              <a:solidFill>
                <a:srgbClr val="000000"/>
              </a:solidFill>
              <a:effectLst/>
              <a:uFillTx/>
              <a:latin typeface="Arial"/>
            </a:endParaRPr>
          </a:p>
          <a:p>
            <a:pPr defTabSz="914400">
              <a:lnSpc>
                <a:spcPct val="100000"/>
              </a:lnSpc>
              <a:spcAft>
                <a:spcPts val="1001"/>
              </a:spcAft>
              <a:tabLst>
                <a:tab pos="0" algn="l"/>
              </a:tabLst>
            </a:pPr>
            <a:r>
              <a:rPr lang="en-GB" sz="1000" b="0" u="none" strike="noStrike">
                <a:solidFill>
                  <a:schemeClr val="dk1"/>
                </a:solidFill>
                <a:effectLst/>
                <a:uFillTx/>
                <a:latin typeface="Work Sans"/>
              </a:rPr>
              <a:t>If the image/figure serves no informative purpose and you want to exclude it, you can simply leave the title and description empty.</a:t>
            </a:r>
            <a:endParaRPr lang="en-GB" sz="1000" b="0" u="none" strike="noStrike">
              <a:solidFill>
                <a:srgbClr val="000000"/>
              </a:solidFill>
              <a:effectLst/>
              <a:uFillTx/>
              <a:latin typeface="Arial"/>
            </a:endParaRPr>
          </a:p>
          <a:p>
            <a:pPr defTabSz="914400">
              <a:lnSpc>
                <a:spcPct val="100000"/>
              </a:lnSpc>
              <a:tabLst>
                <a:tab pos="0" algn="l"/>
              </a:tabLst>
            </a:pPr>
            <a:endParaRPr lang="en-GB" sz="1000" b="0" u="none" strike="noStrike">
              <a:solidFill>
                <a:srgbClr val="000000"/>
              </a:solidFill>
              <a:effectLst/>
              <a:uFillTx/>
              <a:latin typeface="Arial"/>
            </a:endParaRPr>
          </a:p>
        </p:txBody>
      </p:sp>
      <p:sp>
        <p:nvSpPr>
          <p:cNvPr id="103" name="textruta 8"/>
          <p:cNvSpPr/>
          <p:nvPr/>
        </p:nvSpPr>
        <p:spPr>
          <a:xfrm>
            <a:off x="5549760" y="2600640"/>
            <a:ext cx="4233960" cy="2707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Aft>
                <a:spcPts val="601"/>
              </a:spcAft>
            </a:pPr>
            <a:r>
              <a:rPr lang="en-GB" sz="1000" b="0" u="none" strike="noStrike">
                <a:solidFill>
                  <a:schemeClr val="dk1"/>
                </a:solidFill>
                <a:effectLst/>
                <a:uFillTx/>
                <a:latin typeface="Work Sans"/>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endParaRPr lang="en-GB" sz="1000" b="0" u="none" strike="noStrike">
              <a:solidFill>
                <a:srgbClr val="000000"/>
              </a:solidFill>
              <a:effectLst/>
              <a:uFillTx/>
              <a:latin typeface="Arial"/>
            </a:endParaRPr>
          </a:p>
          <a:p>
            <a:pPr defTabSz="914400">
              <a:lnSpc>
                <a:spcPct val="100000"/>
              </a:lnSpc>
              <a:spcAft>
                <a:spcPts val="601"/>
              </a:spcAft>
            </a:pPr>
            <a:endParaRPr lang="en-GB" sz="1000" b="0" u="none" strike="noStrike">
              <a:solidFill>
                <a:srgbClr val="000000"/>
              </a:solidFill>
              <a:effectLst/>
              <a:uFillTx/>
              <a:latin typeface="Arial"/>
            </a:endParaRPr>
          </a:p>
          <a:p>
            <a:pPr defTabSz="914400">
              <a:lnSpc>
                <a:spcPct val="100000"/>
              </a:lnSpc>
              <a:spcAft>
                <a:spcPts val="601"/>
              </a:spcAft>
              <a:tabLst>
                <a:tab pos="0" algn="l"/>
              </a:tabLst>
            </a:pPr>
            <a:r>
              <a:rPr lang="en-GB" sz="1000" b="1" u="none" strike="noStrike">
                <a:solidFill>
                  <a:schemeClr val="dk1"/>
                </a:solidFill>
                <a:effectLst/>
                <a:uFillTx/>
                <a:latin typeface="Work Sans"/>
              </a:rPr>
              <a:t>You can control the reading order by:</a:t>
            </a:r>
            <a:endParaRPr lang="en-GB" sz="1000" b="0" u="none" strike="noStrike">
              <a:solidFill>
                <a:srgbClr val="000000"/>
              </a:solidFill>
              <a:effectLst/>
              <a:uFillTx/>
              <a:latin typeface="Arial"/>
            </a:endParaRPr>
          </a:p>
          <a:p>
            <a:pPr marL="228600" indent="-228600" defTabSz="914400">
              <a:lnSpc>
                <a:spcPct val="100000"/>
              </a:lnSpc>
              <a:spcAft>
                <a:spcPts val="601"/>
              </a:spcAft>
              <a:buClr>
                <a:srgbClr val="595959"/>
              </a:buClr>
              <a:buFont typeface="Calibri Light"/>
              <a:buAutoNum type="arabicPeriod"/>
              <a:tabLst>
                <a:tab pos="0" algn="l"/>
              </a:tabLst>
            </a:pPr>
            <a:r>
              <a:rPr lang="en-GB" sz="1000" b="0" u="none" strike="noStrike">
                <a:solidFill>
                  <a:schemeClr val="dk1"/>
                </a:solidFill>
                <a:effectLst/>
                <a:uFillTx/>
                <a:latin typeface="Work Sans"/>
              </a:rPr>
              <a:t>On the </a:t>
            </a:r>
            <a:r>
              <a:rPr lang="en-GB" sz="1000" b="0" i="1" u="none" strike="noStrike">
                <a:solidFill>
                  <a:schemeClr val="dk1"/>
                </a:solidFill>
                <a:effectLst/>
                <a:uFillTx/>
                <a:latin typeface="Work Sans"/>
              </a:rPr>
              <a:t>Home</a:t>
            </a:r>
            <a:r>
              <a:rPr lang="en-GB" sz="1000" b="0" u="none" strike="noStrike">
                <a:solidFill>
                  <a:schemeClr val="dk1"/>
                </a:solidFill>
                <a:effectLst/>
                <a:uFillTx/>
                <a:latin typeface="Work Sans"/>
              </a:rPr>
              <a:t> tab, select </a:t>
            </a:r>
            <a:r>
              <a:rPr lang="en-GB" sz="1000" b="0" i="1" u="none" strike="noStrike">
                <a:solidFill>
                  <a:schemeClr val="dk1"/>
                </a:solidFill>
                <a:effectLst/>
                <a:uFillTx/>
                <a:latin typeface="Work Sans"/>
              </a:rPr>
              <a:t>Arrange</a:t>
            </a:r>
            <a:endParaRPr lang="en-GB" sz="1000" b="0" u="none" strike="noStrike">
              <a:solidFill>
                <a:srgbClr val="000000"/>
              </a:solidFill>
              <a:effectLst/>
              <a:uFillTx/>
              <a:latin typeface="Arial"/>
            </a:endParaRPr>
          </a:p>
          <a:p>
            <a:pPr marL="228600" indent="-228600" defTabSz="914400">
              <a:lnSpc>
                <a:spcPct val="100000"/>
              </a:lnSpc>
              <a:spcAft>
                <a:spcPts val="601"/>
              </a:spcAft>
              <a:buClr>
                <a:srgbClr val="595959"/>
              </a:buClr>
              <a:buFont typeface="Calibri Light"/>
              <a:buAutoNum type="arabicPeriod"/>
              <a:tabLst>
                <a:tab pos="0" algn="l"/>
              </a:tabLst>
            </a:pPr>
            <a:r>
              <a:rPr lang="en-GB" sz="1000" b="0" u="none" strike="noStrike">
                <a:solidFill>
                  <a:schemeClr val="dk1"/>
                </a:solidFill>
                <a:effectLst/>
                <a:uFillTx/>
                <a:latin typeface="Work Sans"/>
              </a:rPr>
              <a:t>From the </a:t>
            </a:r>
            <a:r>
              <a:rPr lang="en-GB" sz="1000" b="0" i="1" u="none" strike="noStrike">
                <a:solidFill>
                  <a:schemeClr val="dk1"/>
                </a:solidFill>
                <a:effectLst/>
                <a:uFillTx/>
                <a:latin typeface="Work Sans"/>
              </a:rPr>
              <a:t>Arrange </a:t>
            </a:r>
            <a:r>
              <a:rPr lang="en-GB" sz="1000" b="0" u="none" strike="noStrike">
                <a:solidFill>
                  <a:schemeClr val="dk1"/>
                </a:solidFill>
                <a:effectLst/>
                <a:uFillTx/>
                <a:latin typeface="Work Sans"/>
              </a:rPr>
              <a:t>menu, choose "Selection Pane.“</a:t>
            </a:r>
            <a:endParaRPr lang="en-GB" sz="1000" b="0" u="none" strike="noStrike">
              <a:solidFill>
                <a:srgbClr val="000000"/>
              </a:solidFill>
              <a:effectLst/>
              <a:uFillTx/>
              <a:latin typeface="Arial"/>
            </a:endParaRPr>
          </a:p>
          <a:p>
            <a:pPr marL="228600" indent="-228600" defTabSz="914400">
              <a:lnSpc>
                <a:spcPct val="100000"/>
              </a:lnSpc>
              <a:spcAft>
                <a:spcPts val="601"/>
              </a:spcAft>
              <a:buClr>
                <a:srgbClr val="595959"/>
              </a:buClr>
              <a:buFont typeface="Calibri Light"/>
              <a:buAutoNum type="arabicPeriod"/>
              <a:tabLst>
                <a:tab pos="0" algn="l"/>
              </a:tabLst>
            </a:pPr>
            <a:r>
              <a:rPr lang="en-GB" sz="1000" b="0" u="none" strike="noStrike">
                <a:solidFill>
                  <a:schemeClr val="dk1"/>
                </a:solidFill>
                <a:effectLst/>
                <a:uFillTx/>
                <a:latin typeface="Work Sans"/>
              </a:rPr>
              <a:t>A tab will open on the right side of the window. Drag the objects until they have the desired order. This will not affect the layout on the page, only the order in which they are read by screen readers.</a:t>
            </a:r>
            <a:endParaRPr lang="en-GB" sz="1000" b="0" u="none" strike="noStrike">
              <a:solidFill>
                <a:srgbClr val="000000"/>
              </a:solidFill>
              <a:effectLst/>
              <a:uFillTx/>
              <a:latin typeface="Arial"/>
            </a:endParaRPr>
          </a:p>
          <a:p>
            <a:pPr defTabSz="914400">
              <a:lnSpc>
                <a:spcPct val="100000"/>
              </a:lnSpc>
              <a:tabLst>
                <a:tab pos="0" algn="l"/>
              </a:tabLst>
            </a:pPr>
            <a:endParaRPr lang="en-GB" sz="1000" b="0" u="none" strike="noStrike">
              <a:solidFill>
                <a:srgbClr val="000000"/>
              </a:solidFill>
              <a:effectLst/>
              <a:uFillTx/>
              <a:latin typeface="Arial"/>
            </a:endParaRPr>
          </a:p>
        </p:txBody>
      </p:sp>
      <p:sp>
        <p:nvSpPr>
          <p:cNvPr id="104" name="textruta 9"/>
          <p:cNvSpPr/>
          <p:nvPr/>
        </p:nvSpPr>
        <p:spPr>
          <a:xfrm>
            <a:off x="934200" y="2230920"/>
            <a:ext cx="424728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400" b="0" u="none" strike="noStrike">
                <a:solidFill>
                  <a:schemeClr val="dk1"/>
                </a:solidFill>
                <a:effectLst/>
                <a:uFillTx/>
                <a:latin typeface="Work Sans Medium"/>
              </a:rPr>
              <a:t>Add alternative text for images/figures</a:t>
            </a:r>
            <a:endParaRPr lang="en-GB" sz="1400" b="0" u="none" strike="noStrike">
              <a:solidFill>
                <a:srgbClr val="000000"/>
              </a:solidFill>
              <a:effectLst/>
              <a:uFillTx/>
              <a:latin typeface="Arial"/>
            </a:endParaRPr>
          </a:p>
        </p:txBody>
      </p:sp>
      <p:sp>
        <p:nvSpPr>
          <p:cNvPr id="105" name="textruta 10"/>
          <p:cNvSpPr/>
          <p:nvPr/>
        </p:nvSpPr>
        <p:spPr>
          <a:xfrm>
            <a:off x="5543640" y="2230920"/>
            <a:ext cx="424728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400" b="0" u="none" strike="noStrike">
                <a:solidFill>
                  <a:schemeClr val="dk1"/>
                </a:solidFill>
                <a:effectLst/>
                <a:uFillTx/>
                <a:latin typeface="Work Sans Medium"/>
              </a:rPr>
              <a:t>Set reading order</a:t>
            </a:r>
            <a:endParaRPr lang="en-GB" sz="1400" b="0" u="none" strike="noStrike">
              <a:solidFill>
                <a:srgbClr val="000000"/>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Headline and content">
    <p:bg>
      <p:bgPr>
        <a:solidFill>
          <a:schemeClr val="lt1"/>
        </a:solidFill>
        <a:effectLst/>
      </p:bgPr>
    </p:bg>
    <p:spTree>
      <p:nvGrpSpPr>
        <p:cNvPr id="1" name=""/>
        <p:cNvGrpSpPr/>
        <p:nvPr/>
      </p:nvGrpSpPr>
      <p:grpSpPr>
        <a:xfrm>
          <a:off x="0" y="0"/>
          <a:ext cx="0" cy="0"/>
          <a:chOff x="0" y="0"/>
          <a:chExt cx="0" cy="0"/>
        </a:xfrm>
      </p:grpSpPr>
      <p:pic>
        <p:nvPicPr>
          <p:cNvPr id="106" name="Bildobjekt 7"/>
          <p:cNvPicPr/>
          <p:nvPr/>
        </p:nvPicPr>
        <p:blipFill>
          <a:blip r:embed="rId2"/>
          <a:stretch/>
        </p:blipFill>
        <p:spPr>
          <a:xfrm>
            <a:off x="10838160" y="5633280"/>
            <a:ext cx="837720" cy="796320"/>
          </a:xfrm>
          <a:prstGeom prst="rect">
            <a:avLst/>
          </a:prstGeom>
          <a:noFill/>
          <a:ln w="0">
            <a:noFill/>
          </a:ln>
        </p:spPr>
      </p:pic>
      <p:sp>
        <p:nvSpPr>
          <p:cNvPr id="107" name="PlaceHolder 1"/>
          <p:cNvSpPr>
            <a:spLocks noGrp="1"/>
          </p:cNvSpPr>
          <p:nvPr>
            <p:ph type="dt" idx="25"/>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nl-NL" sz="700" b="0" u="none" strike="noStrike">
                <a:solidFill>
                  <a:schemeClr val="accent2"/>
                </a:solidFill>
                <a:effectLst/>
                <a:uFillTx/>
                <a:latin typeface="Work Sans"/>
              </a:defRPr>
            </a:lvl1pPr>
          </a:lstStyle>
          <a:p>
            <a:pPr indent="0" defTabSz="914400">
              <a:lnSpc>
                <a:spcPct val="100000"/>
              </a:lnSpc>
              <a:buNone/>
              <a:tabLst>
                <a:tab pos="0" algn="l"/>
              </a:tabLst>
            </a:pPr>
            <a:r>
              <a:rPr lang="nl-NL"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08" name="PlaceHolder 2"/>
          <p:cNvSpPr>
            <a:spLocks noGrp="1"/>
          </p:cNvSpPr>
          <p:nvPr>
            <p:ph type="ftr" idx="26"/>
          </p:nvPr>
        </p:nvSpPr>
        <p:spPr>
          <a:xfrm>
            <a:off x="4037760" y="6470280"/>
            <a:ext cx="4114080" cy="968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GB" sz="1400" b="0" u="none" strike="noStrike">
                <a:solidFill>
                  <a:srgbClr val="000000"/>
                </a:solidFill>
                <a:effectLst/>
                <a:uFillTx/>
                <a:latin typeface="Times New Roman"/>
              </a:defRPr>
            </a:lvl1pPr>
          </a:lstStyle>
          <a:p>
            <a:pPr indent="0" algn="ctr">
              <a:lnSpc>
                <a:spcPct val="100000"/>
              </a:lnSpc>
              <a:buNone/>
              <a:tabLst>
                <a:tab pos="0" algn="l"/>
              </a:tabLst>
            </a:pPr>
            <a:r>
              <a:rPr lang="en-GB" sz="1400" b="0" u="none" strike="noStrike">
                <a:solidFill>
                  <a:srgbClr val="000000"/>
                </a:solidFill>
                <a:effectLst/>
                <a:uFillTx/>
                <a:latin typeface="Times New Roman"/>
              </a:rPr>
              <a:t>&lt;footer&gt;</a:t>
            </a:r>
          </a:p>
        </p:txBody>
      </p:sp>
      <p:sp>
        <p:nvSpPr>
          <p:cNvPr id="109" name="PlaceHolder 3"/>
          <p:cNvSpPr>
            <a:spLocks noGrp="1"/>
          </p:cNvSpPr>
          <p:nvPr>
            <p:ph type="sldNum" idx="27"/>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nl-NL" sz="700" b="0" u="none" strike="noStrike">
                <a:solidFill>
                  <a:schemeClr val="accent2"/>
                </a:solidFill>
                <a:effectLst/>
                <a:uFillTx/>
                <a:latin typeface="Work Sans"/>
              </a:defRPr>
            </a:lvl1pPr>
          </a:lstStyle>
          <a:p>
            <a:pPr indent="0" algn="r" defTabSz="914400">
              <a:lnSpc>
                <a:spcPct val="100000"/>
              </a:lnSpc>
              <a:buNone/>
              <a:tabLst>
                <a:tab pos="0" algn="l"/>
              </a:tabLst>
            </a:pPr>
            <a:fld id="{6C2659C8-FDC0-4228-93F9-AAE8A7AEA8DF}" type="slidenum">
              <a:rPr lang="nl-NL"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10" name="PlaceHolder 4"/>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11" name="PlaceHolder 5"/>
          <p:cNvSpPr>
            <a:spLocks noGrp="1"/>
          </p:cNvSpPr>
          <p:nvPr>
            <p:ph type="body"/>
          </p:nvPr>
        </p:nvSpPr>
        <p:spPr>
          <a:xfrm>
            <a:off x="947880" y="1776240"/>
            <a:ext cx="9472320" cy="424440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Default 8">
    <p:bg>
      <p:bgPr>
        <a:solidFill>
          <a:srgbClr val="EDEDED"/>
        </a:solidFill>
        <a:effectLst/>
      </p:bgPr>
    </p:bg>
    <p:spTree>
      <p:nvGrpSpPr>
        <p:cNvPr id="1" name=""/>
        <p:cNvGrpSpPr/>
        <p:nvPr/>
      </p:nvGrpSpPr>
      <p:grpSpPr>
        <a:xfrm>
          <a:off x="0" y="0"/>
          <a:ext cx="0" cy="0"/>
          <a:chOff x="0" y="0"/>
          <a:chExt cx="0" cy="0"/>
        </a:xfrm>
      </p:grpSpPr>
      <p:pic>
        <p:nvPicPr>
          <p:cNvPr id="112" name="Bildobjekt 7"/>
          <p:cNvPicPr/>
          <p:nvPr/>
        </p:nvPicPr>
        <p:blipFill>
          <a:blip r:embed="rId2"/>
          <a:stretch/>
        </p:blipFill>
        <p:spPr>
          <a:xfrm>
            <a:off x="10838160" y="5633280"/>
            <a:ext cx="837720" cy="796320"/>
          </a:xfrm>
          <a:prstGeom prst="rect">
            <a:avLst/>
          </a:prstGeom>
          <a:noFill/>
          <a:ln w="0">
            <a:noFill/>
          </a:ln>
        </p:spPr>
      </p:pic>
      <p:sp>
        <p:nvSpPr>
          <p:cNvPr id="113" name="PlaceHolder 1"/>
          <p:cNvSpPr>
            <a:spLocks noGrp="1"/>
          </p:cNvSpPr>
          <p:nvPr>
            <p:ph type="dt" idx="28"/>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14" name="PlaceHolder 2"/>
          <p:cNvSpPr>
            <a:spLocks noGrp="1"/>
          </p:cNvSpPr>
          <p:nvPr>
            <p:ph type="ftr" idx="29"/>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15" name="PlaceHolder 3"/>
          <p:cNvSpPr>
            <a:spLocks noGrp="1"/>
          </p:cNvSpPr>
          <p:nvPr>
            <p:ph type="sldNum" idx="30"/>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581BDFFE-CD10-4B28-9E52-8F1B49813ED8}"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16"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17" name="PlaceHolder 5"/>
          <p:cNvSpPr>
            <a:spLocks noGrp="1"/>
          </p:cNvSpPr>
          <p:nvPr>
            <p:ph type="body"/>
          </p:nvPr>
        </p:nvSpPr>
        <p:spPr>
          <a:xfrm>
            <a:off x="6089760" y="2035080"/>
            <a:ext cx="4558680" cy="2972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118" name="PlaceHolder 6"/>
          <p:cNvSpPr>
            <a:spLocks noGrp="1"/>
          </p:cNvSpPr>
          <p:nvPr>
            <p:ph type="body"/>
          </p:nvPr>
        </p:nvSpPr>
        <p:spPr>
          <a:xfrm>
            <a:off x="947880" y="2023920"/>
            <a:ext cx="4571280" cy="2988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119" name="PlaceHolder 7"/>
          <p:cNvSpPr>
            <a:spLocks noGrp="1"/>
          </p:cNvSpPr>
          <p:nvPr>
            <p:ph type="body"/>
          </p:nvPr>
        </p:nvSpPr>
        <p:spPr>
          <a:xfrm>
            <a:off x="947880" y="5192640"/>
            <a:ext cx="457128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120" name="PlaceHolder 8"/>
          <p:cNvSpPr>
            <a:spLocks noGrp="1"/>
          </p:cNvSpPr>
          <p:nvPr>
            <p:ph type="body"/>
          </p:nvPr>
        </p:nvSpPr>
        <p:spPr>
          <a:xfrm>
            <a:off x="6089040" y="5192640"/>
            <a:ext cx="457128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Default 9">
    <p:bg>
      <p:bgPr>
        <a:solidFill>
          <a:srgbClr val="EDEDED"/>
        </a:solidFill>
        <a:effectLst/>
      </p:bgPr>
    </p:bg>
    <p:spTree>
      <p:nvGrpSpPr>
        <p:cNvPr id="1" name=""/>
        <p:cNvGrpSpPr/>
        <p:nvPr/>
      </p:nvGrpSpPr>
      <p:grpSpPr>
        <a:xfrm>
          <a:off x="0" y="0"/>
          <a:ext cx="0" cy="0"/>
          <a:chOff x="0" y="0"/>
          <a:chExt cx="0" cy="0"/>
        </a:xfrm>
      </p:grpSpPr>
      <p:pic>
        <p:nvPicPr>
          <p:cNvPr id="121" name="Bildobjekt 7"/>
          <p:cNvPicPr/>
          <p:nvPr/>
        </p:nvPicPr>
        <p:blipFill>
          <a:blip r:embed="rId2"/>
          <a:stretch/>
        </p:blipFill>
        <p:spPr>
          <a:xfrm>
            <a:off x="10838160" y="5633280"/>
            <a:ext cx="837720" cy="796320"/>
          </a:xfrm>
          <a:prstGeom prst="rect">
            <a:avLst/>
          </a:prstGeom>
          <a:noFill/>
          <a:ln w="0">
            <a:noFill/>
          </a:ln>
        </p:spPr>
      </p:pic>
      <p:sp>
        <p:nvSpPr>
          <p:cNvPr id="122" name="PlaceHolder 1"/>
          <p:cNvSpPr>
            <a:spLocks noGrp="1"/>
          </p:cNvSpPr>
          <p:nvPr>
            <p:ph type="dt" idx="31"/>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23" name="PlaceHolder 2"/>
          <p:cNvSpPr>
            <a:spLocks noGrp="1"/>
          </p:cNvSpPr>
          <p:nvPr>
            <p:ph type="ftr" idx="32"/>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24" name="PlaceHolder 3"/>
          <p:cNvSpPr>
            <a:spLocks noGrp="1"/>
          </p:cNvSpPr>
          <p:nvPr>
            <p:ph type="sldNum" idx="33"/>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A4983AF1-6C31-44EE-B717-039CC9D913BC}"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25"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26" name="PlaceHolder 5"/>
          <p:cNvSpPr>
            <a:spLocks noGrp="1"/>
          </p:cNvSpPr>
          <p:nvPr>
            <p:ph type="body"/>
          </p:nvPr>
        </p:nvSpPr>
        <p:spPr>
          <a:xfrm>
            <a:off x="6089760" y="2035080"/>
            <a:ext cx="4558680" cy="37522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127" name="PlaceHolder 6"/>
          <p:cNvSpPr>
            <a:spLocks noGrp="1"/>
          </p:cNvSpPr>
          <p:nvPr>
            <p:ph type="body"/>
          </p:nvPr>
        </p:nvSpPr>
        <p:spPr>
          <a:xfrm>
            <a:off x="947880" y="2023920"/>
            <a:ext cx="457128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Default 10">
    <p:bg>
      <p:bgPr>
        <a:solidFill>
          <a:srgbClr val="EDEDED"/>
        </a:solidFill>
        <a:effectLst/>
      </p:bgPr>
    </p:bg>
    <p:spTree>
      <p:nvGrpSpPr>
        <p:cNvPr id="1" name=""/>
        <p:cNvGrpSpPr/>
        <p:nvPr/>
      </p:nvGrpSpPr>
      <p:grpSpPr>
        <a:xfrm>
          <a:off x="0" y="0"/>
          <a:ext cx="0" cy="0"/>
          <a:chOff x="0" y="0"/>
          <a:chExt cx="0" cy="0"/>
        </a:xfrm>
      </p:grpSpPr>
      <p:pic>
        <p:nvPicPr>
          <p:cNvPr id="128" name="Bildobjekt 7"/>
          <p:cNvPicPr/>
          <p:nvPr/>
        </p:nvPicPr>
        <p:blipFill>
          <a:blip r:embed="rId2"/>
          <a:stretch/>
        </p:blipFill>
        <p:spPr>
          <a:xfrm>
            <a:off x="10838160" y="5633280"/>
            <a:ext cx="837720" cy="796320"/>
          </a:xfrm>
          <a:prstGeom prst="rect">
            <a:avLst/>
          </a:prstGeom>
          <a:noFill/>
          <a:ln w="0">
            <a:noFill/>
          </a:ln>
        </p:spPr>
      </p:pic>
      <p:sp>
        <p:nvSpPr>
          <p:cNvPr id="129" name="PlaceHolder 1"/>
          <p:cNvSpPr>
            <a:spLocks noGrp="1"/>
          </p:cNvSpPr>
          <p:nvPr>
            <p:ph type="dt" idx="34"/>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30" name="PlaceHolder 2"/>
          <p:cNvSpPr>
            <a:spLocks noGrp="1"/>
          </p:cNvSpPr>
          <p:nvPr>
            <p:ph type="ftr" idx="35"/>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31" name="PlaceHolder 3"/>
          <p:cNvSpPr>
            <a:spLocks noGrp="1"/>
          </p:cNvSpPr>
          <p:nvPr>
            <p:ph type="sldNum" idx="36"/>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C6A73F33-B7E2-4BBC-840D-41FFA9A19DEF}"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32"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33" name="PlaceHolder 5"/>
          <p:cNvSpPr>
            <a:spLocks noGrp="1"/>
          </p:cNvSpPr>
          <p:nvPr>
            <p:ph type="body"/>
          </p:nvPr>
        </p:nvSpPr>
        <p:spPr>
          <a:xfrm>
            <a:off x="947880" y="2023920"/>
            <a:ext cx="282132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134" name="PlaceHolder 6"/>
          <p:cNvSpPr>
            <a:spLocks noGrp="1"/>
          </p:cNvSpPr>
          <p:nvPr>
            <p:ph type="body"/>
          </p:nvPr>
        </p:nvSpPr>
        <p:spPr>
          <a:xfrm>
            <a:off x="4096440" y="2023920"/>
            <a:ext cx="282132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135" name="PlaceHolder 7"/>
          <p:cNvSpPr>
            <a:spLocks noGrp="1"/>
          </p:cNvSpPr>
          <p:nvPr>
            <p:ph type="body"/>
          </p:nvPr>
        </p:nvSpPr>
        <p:spPr>
          <a:xfrm>
            <a:off x="7245000" y="2023920"/>
            <a:ext cx="282132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EDEDED"/>
        </a:solidFill>
        <a:effectLst/>
      </p:bgPr>
    </p:bg>
    <p:spTree>
      <p:nvGrpSpPr>
        <p:cNvPr id="1" name=""/>
        <p:cNvGrpSpPr/>
        <p:nvPr/>
      </p:nvGrpSpPr>
      <p:grpSpPr>
        <a:xfrm>
          <a:off x="0" y="0"/>
          <a:ext cx="0" cy="0"/>
          <a:chOff x="0" y="0"/>
          <a:chExt cx="0" cy="0"/>
        </a:xfrm>
      </p:grpSpPr>
      <p:pic>
        <p:nvPicPr>
          <p:cNvPr id="136" name="Bildobjekt 7"/>
          <p:cNvPicPr/>
          <p:nvPr/>
        </p:nvPicPr>
        <p:blipFill>
          <a:blip r:embed="rId2"/>
          <a:stretch/>
        </p:blipFill>
        <p:spPr>
          <a:xfrm>
            <a:off x="10838160" y="5633280"/>
            <a:ext cx="837720" cy="796320"/>
          </a:xfrm>
          <a:prstGeom prst="rect">
            <a:avLst/>
          </a:prstGeom>
          <a:noFill/>
          <a:ln w="0">
            <a:noFill/>
          </a:ln>
        </p:spPr>
      </p:pic>
      <p:sp>
        <p:nvSpPr>
          <p:cNvPr id="137" name="PlaceHolder 1"/>
          <p:cNvSpPr>
            <a:spLocks noGrp="1"/>
          </p:cNvSpPr>
          <p:nvPr>
            <p:ph type="title"/>
          </p:nvPr>
        </p:nvSpPr>
        <p:spPr>
          <a:xfrm>
            <a:off x="1695960" y="3571920"/>
            <a:ext cx="8798040" cy="1653480"/>
          </a:xfrm>
          <a:prstGeom prst="rect">
            <a:avLst/>
          </a:prstGeom>
          <a:noFill/>
          <a:ln w="0">
            <a:noFill/>
          </a:ln>
        </p:spPr>
        <p:txBody>
          <a:bodyPr lIns="91440" tIns="108000" rIns="91440" bIns="45720" anchor="ctr">
            <a:noAutofit/>
          </a:bodyPr>
          <a:lstStyle/>
          <a:p>
            <a:pPr indent="0" algn="ctr" defTabSz="914400">
              <a:lnSpc>
                <a:spcPts val="3841"/>
              </a:lnSpc>
              <a:buNone/>
              <a:tabLst>
                <a:tab pos="0" algn="l"/>
              </a:tabLst>
            </a:pPr>
            <a:r>
              <a:rPr lang="en-GB" sz="4800" b="0" u="none" strike="noStrike">
                <a:solidFill>
                  <a:schemeClr val="dk1"/>
                </a:solidFill>
                <a:effectLst/>
                <a:uFillTx/>
                <a:latin typeface="Work Sans"/>
              </a:rPr>
              <a:t>Presentation title</a:t>
            </a:r>
            <a:endParaRPr lang="en-GB" sz="4800" b="0" u="none" strike="noStrike">
              <a:solidFill>
                <a:srgbClr val="000000"/>
              </a:solidFill>
              <a:effectLst/>
              <a:uFillTx/>
              <a:latin typeface="Arial"/>
            </a:endParaRPr>
          </a:p>
        </p:txBody>
      </p:sp>
      <p:pic>
        <p:nvPicPr>
          <p:cNvPr id="138" name="Bildobjekt 2"/>
          <p:cNvPicPr/>
          <p:nvPr/>
        </p:nvPicPr>
        <p:blipFill>
          <a:blip r:embed="rId2"/>
          <a:stretch/>
        </p:blipFill>
        <p:spPr>
          <a:xfrm>
            <a:off x="5225400" y="1006920"/>
            <a:ext cx="1739160" cy="1653480"/>
          </a:xfrm>
          <a:prstGeom prst="rect">
            <a:avLst/>
          </a:prstGeom>
          <a:noFill/>
          <a:ln w="0">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Default 1">
    <p:bg>
      <p:bgPr>
        <a:solidFill>
          <a:srgbClr val="EDEDED"/>
        </a:solidFill>
        <a:effectLst/>
      </p:bgPr>
    </p:bg>
    <p:spTree>
      <p:nvGrpSpPr>
        <p:cNvPr id="1" name=""/>
        <p:cNvGrpSpPr/>
        <p:nvPr/>
      </p:nvGrpSpPr>
      <p:grpSpPr>
        <a:xfrm>
          <a:off x="0" y="0"/>
          <a:ext cx="0" cy="0"/>
          <a:chOff x="0" y="0"/>
          <a:chExt cx="0" cy="0"/>
        </a:xfrm>
      </p:grpSpPr>
      <p:pic>
        <p:nvPicPr>
          <p:cNvPr id="139" name="Bildobjekt 7"/>
          <p:cNvPicPr/>
          <p:nvPr/>
        </p:nvPicPr>
        <p:blipFill>
          <a:blip r:embed="rId2"/>
          <a:stretch/>
        </p:blipFill>
        <p:spPr>
          <a:xfrm>
            <a:off x="10838160" y="5633280"/>
            <a:ext cx="837720" cy="796320"/>
          </a:xfrm>
          <a:prstGeom prst="rect">
            <a:avLst/>
          </a:prstGeom>
          <a:noFill/>
          <a:ln w="0">
            <a:noFill/>
          </a:ln>
        </p:spPr>
      </p:pic>
      <p:sp>
        <p:nvSpPr>
          <p:cNvPr id="140" name="PlaceHolder 1"/>
          <p:cNvSpPr>
            <a:spLocks noGrp="1"/>
          </p:cNvSpPr>
          <p:nvPr>
            <p:ph type="dt" idx="37"/>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41" name="PlaceHolder 2"/>
          <p:cNvSpPr>
            <a:spLocks noGrp="1"/>
          </p:cNvSpPr>
          <p:nvPr>
            <p:ph type="ftr" idx="38"/>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42" name="PlaceHolder 3"/>
          <p:cNvSpPr>
            <a:spLocks noGrp="1"/>
          </p:cNvSpPr>
          <p:nvPr>
            <p:ph type="sldNum" idx="39"/>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15552F8C-299B-4234-A275-2CFAFDCEACFD}"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43"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44" name="PlaceHolder 5"/>
          <p:cNvSpPr>
            <a:spLocks noGrp="1"/>
          </p:cNvSpPr>
          <p:nvPr>
            <p:ph type="body"/>
          </p:nvPr>
        </p:nvSpPr>
        <p:spPr>
          <a:xfrm>
            <a:off x="947880" y="1687680"/>
            <a:ext cx="2821320" cy="33249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145" name="PlaceHolder 6"/>
          <p:cNvSpPr>
            <a:spLocks noGrp="1"/>
          </p:cNvSpPr>
          <p:nvPr>
            <p:ph type="body"/>
          </p:nvPr>
        </p:nvSpPr>
        <p:spPr>
          <a:xfrm>
            <a:off x="4096440" y="1687680"/>
            <a:ext cx="2821320" cy="33249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146" name="PlaceHolder 7"/>
          <p:cNvSpPr>
            <a:spLocks noGrp="1"/>
          </p:cNvSpPr>
          <p:nvPr>
            <p:ph type="body"/>
          </p:nvPr>
        </p:nvSpPr>
        <p:spPr>
          <a:xfrm>
            <a:off x="7245000" y="1687680"/>
            <a:ext cx="2821320" cy="33249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147" name="PlaceHolder 8"/>
          <p:cNvSpPr>
            <a:spLocks noGrp="1"/>
          </p:cNvSpPr>
          <p:nvPr>
            <p:ph type="body"/>
          </p:nvPr>
        </p:nvSpPr>
        <p:spPr>
          <a:xfrm>
            <a:off x="947880" y="5192640"/>
            <a:ext cx="282132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148" name="PlaceHolder 9"/>
          <p:cNvSpPr>
            <a:spLocks noGrp="1"/>
          </p:cNvSpPr>
          <p:nvPr>
            <p:ph type="body"/>
          </p:nvPr>
        </p:nvSpPr>
        <p:spPr>
          <a:xfrm>
            <a:off x="4096440" y="5192640"/>
            <a:ext cx="282132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149" name="PlaceHolder 10"/>
          <p:cNvSpPr>
            <a:spLocks noGrp="1"/>
          </p:cNvSpPr>
          <p:nvPr>
            <p:ph type="body"/>
          </p:nvPr>
        </p:nvSpPr>
        <p:spPr>
          <a:xfrm>
            <a:off x="7245000" y="5192640"/>
            <a:ext cx="282132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2">
    <p:bg>
      <p:bgPr>
        <a:solidFill>
          <a:srgbClr val="EDEDED"/>
        </a:solidFill>
        <a:effectLst/>
      </p:bgPr>
    </p:bg>
    <p:spTree>
      <p:nvGrpSpPr>
        <p:cNvPr id="1" name=""/>
        <p:cNvGrpSpPr/>
        <p:nvPr/>
      </p:nvGrpSpPr>
      <p:grpSpPr>
        <a:xfrm>
          <a:off x="0" y="0"/>
          <a:ext cx="0" cy="0"/>
          <a:chOff x="0" y="0"/>
          <a:chExt cx="0" cy="0"/>
        </a:xfrm>
      </p:grpSpPr>
      <p:pic>
        <p:nvPicPr>
          <p:cNvPr id="150" name="Bildobjekt 7"/>
          <p:cNvPicPr/>
          <p:nvPr/>
        </p:nvPicPr>
        <p:blipFill>
          <a:blip r:embed="rId2"/>
          <a:stretch/>
        </p:blipFill>
        <p:spPr>
          <a:xfrm>
            <a:off x="10838160" y="5633280"/>
            <a:ext cx="837720" cy="796320"/>
          </a:xfrm>
          <a:prstGeom prst="rect">
            <a:avLst/>
          </a:prstGeom>
          <a:noFill/>
          <a:ln w="0">
            <a:noFill/>
          </a:ln>
        </p:spPr>
      </p:pic>
      <p:pic>
        <p:nvPicPr>
          <p:cNvPr id="151" name="Bildobjekt 5"/>
          <p:cNvPicPr/>
          <p:nvPr/>
        </p:nvPicPr>
        <p:blipFill>
          <a:blip r:embed="rId2"/>
          <a:stretch/>
        </p:blipFill>
        <p:spPr>
          <a:xfrm>
            <a:off x="3818880" y="1272600"/>
            <a:ext cx="4555440" cy="4331160"/>
          </a:xfrm>
          <a:prstGeom prst="rect">
            <a:avLst/>
          </a:prstGeom>
          <a:noFill/>
          <a:ln w="0">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3">
    <p:bg>
      <p:bgPr>
        <a:solidFill>
          <a:srgbClr val="EDEDED"/>
        </a:solidFill>
        <a:effectLst/>
      </p:bgPr>
    </p:bg>
    <p:spTree>
      <p:nvGrpSpPr>
        <p:cNvPr id="1" name=""/>
        <p:cNvGrpSpPr/>
        <p:nvPr/>
      </p:nvGrpSpPr>
      <p:grpSpPr>
        <a:xfrm>
          <a:off x="0" y="0"/>
          <a:ext cx="0" cy="0"/>
          <a:chOff x="0" y="0"/>
          <a:chExt cx="0" cy="0"/>
        </a:xfrm>
      </p:grpSpPr>
      <p:pic>
        <p:nvPicPr>
          <p:cNvPr id="152" name="Bildobjekt 7"/>
          <p:cNvPicPr/>
          <p:nvPr/>
        </p:nvPicPr>
        <p:blipFill>
          <a:blip r:embed="rId2"/>
          <a:stretch/>
        </p:blipFill>
        <p:spPr>
          <a:xfrm>
            <a:off x="10838160" y="5633280"/>
            <a:ext cx="837720" cy="796320"/>
          </a:xfrm>
          <a:prstGeom prst="rect">
            <a:avLst/>
          </a:prstGeom>
          <a:noFill/>
          <a:ln w="0">
            <a:noFill/>
          </a:ln>
        </p:spPr>
      </p:pic>
      <p:sp>
        <p:nvSpPr>
          <p:cNvPr id="153" name="PlaceHolder 1"/>
          <p:cNvSpPr>
            <a:spLocks noGrp="1"/>
          </p:cNvSpPr>
          <p:nvPr>
            <p:ph type="dt" idx="40"/>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54" name="PlaceHolder 2"/>
          <p:cNvSpPr>
            <a:spLocks noGrp="1"/>
          </p:cNvSpPr>
          <p:nvPr>
            <p:ph type="ftr" idx="41"/>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55" name="PlaceHolder 3"/>
          <p:cNvSpPr>
            <a:spLocks noGrp="1"/>
          </p:cNvSpPr>
          <p:nvPr>
            <p:ph type="sldNum" idx="42"/>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ED9E7994-156C-4BAA-A6FC-B76990E40DD5}"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56" name="PlaceHolder 4"/>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57" name="PlaceHolder 5"/>
          <p:cNvSpPr>
            <a:spLocks noGrp="1"/>
          </p:cNvSpPr>
          <p:nvPr>
            <p:ph type="body"/>
          </p:nvPr>
        </p:nvSpPr>
        <p:spPr>
          <a:xfrm>
            <a:off x="947880" y="1776240"/>
            <a:ext cx="9472320" cy="424440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EDEDED"/>
        </a:solidFill>
        <a:effectLst/>
      </p:bgPr>
    </p:bg>
    <p:spTree>
      <p:nvGrpSpPr>
        <p:cNvPr id="1" name=""/>
        <p:cNvGrpSpPr/>
        <p:nvPr/>
      </p:nvGrpSpPr>
      <p:grpSpPr>
        <a:xfrm>
          <a:off x="0" y="0"/>
          <a:ext cx="0" cy="0"/>
          <a:chOff x="0" y="0"/>
          <a:chExt cx="0" cy="0"/>
        </a:xfrm>
      </p:grpSpPr>
      <p:pic>
        <p:nvPicPr>
          <p:cNvPr id="158" name="Bildobjekt 7"/>
          <p:cNvPicPr/>
          <p:nvPr/>
        </p:nvPicPr>
        <p:blipFill>
          <a:blip r:embed="rId2"/>
          <a:stretch/>
        </p:blipFill>
        <p:spPr>
          <a:xfrm>
            <a:off x="10838160" y="5633280"/>
            <a:ext cx="837720" cy="796320"/>
          </a:xfrm>
          <a:prstGeom prst="rect">
            <a:avLst/>
          </a:prstGeom>
          <a:noFill/>
          <a:ln w="0">
            <a:noFill/>
          </a:ln>
        </p:spPr>
      </p:pic>
      <p:sp>
        <p:nvSpPr>
          <p:cNvPr id="159" name="PlaceHolder 1"/>
          <p:cNvSpPr>
            <a:spLocks noGrp="1"/>
          </p:cNvSpPr>
          <p:nvPr>
            <p:ph type="dt" idx="43"/>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60" name="PlaceHolder 2"/>
          <p:cNvSpPr>
            <a:spLocks noGrp="1"/>
          </p:cNvSpPr>
          <p:nvPr>
            <p:ph type="ftr" idx="44"/>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61" name="PlaceHolder 3"/>
          <p:cNvSpPr>
            <a:spLocks noGrp="1"/>
          </p:cNvSpPr>
          <p:nvPr>
            <p:ph type="sldNum" idx="45"/>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D503543A-E9CA-4D7A-A1D9-3F840B4BD50A}"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62" name="PlaceHolder 4"/>
          <p:cNvSpPr>
            <a:spLocks noGrp="1"/>
          </p:cNvSpPr>
          <p:nvPr>
            <p:ph type="body"/>
          </p:nvPr>
        </p:nvSpPr>
        <p:spPr>
          <a:xfrm>
            <a:off x="-720" y="0"/>
            <a:ext cx="6095160" cy="6857280"/>
          </a:xfrm>
          <a:prstGeom prst="rect">
            <a:avLst/>
          </a:prstGeom>
          <a:noFill/>
          <a:ln w="0">
            <a:noFill/>
          </a:ln>
        </p:spPr>
        <p:txBody>
          <a:bodyPr lIns="90000" tIns="45000" rIns="90000" bIns="1044000" anchor="ctr">
            <a:noAutofit/>
          </a:bodyPr>
          <a:lstStyle/>
          <a:p>
            <a:pPr indent="0" algn="ctr" defTabSz="914400">
              <a:lnSpc>
                <a:spcPct val="100000"/>
              </a:lnSpc>
              <a:buNone/>
              <a:tabLst>
                <a:tab pos="0" algn="l"/>
              </a:tabLst>
            </a:pPr>
            <a:r>
              <a:rPr lang="en-GB" sz="1800" b="0" u="none" strike="noStrike">
                <a:solidFill>
                  <a:schemeClr val="dk1"/>
                </a:solidFill>
                <a:effectLst/>
                <a:uFillTx/>
                <a:latin typeface="Calibri"/>
              </a:rPr>
              <a:t>Click on the icon or </a:t>
            </a:r>
            <a:br>
              <a:rPr sz="1800"/>
            </a:br>
            <a:r>
              <a:rPr lang="en-GB" sz="1800" b="0" u="none" strike="noStrike">
                <a:solidFill>
                  <a:schemeClr val="dk1"/>
                </a:solidFill>
                <a:effectLst/>
                <a:uFillTx/>
                <a:latin typeface="Calibri"/>
              </a:rPr>
              <a:t>drag and drop to insert an image</a:t>
            </a:r>
            <a:endParaRPr lang="en-GB" sz="1800" b="0" u="none" strike="noStrike">
              <a:solidFill>
                <a:srgbClr val="000000"/>
              </a:solidFill>
              <a:effectLst/>
              <a:uFillTx/>
              <a:latin typeface="Arial"/>
            </a:endParaRPr>
          </a:p>
        </p:txBody>
      </p:sp>
      <p:sp>
        <p:nvSpPr>
          <p:cNvPr id="163" name="PlaceHolder 5"/>
          <p:cNvSpPr>
            <a:spLocks noGrp="1"/>
          </p:cNvSpPr>
          <p:nvPr>
            <p:ph type="title"/>
          </p:nvPr>
        </p:nvSpPr>
        <p:spPr>
          <a:xfrm>
            <a:off x="6743880" y="836640"/>
            <a:ext cx="4114080" cy="14583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64" name="PlaceHolder 6"/>
          <p:cNvSpPr>
            <a:spLocks noGrp="1"/>
          </p:cNvSpPr>
          <p:nvPr>
            <p:ph type="body"/>
          </p:nvPr>
        </p:nvSpPr>
        <p:spPr>
          <a:xfrm>
            <a:off x="6743880" y="2023920"/>
            <a:ext cx="4114080" cy="1910160"/>
          </a:xfrm>
          <a:prstGeom prst="rect">
            <a:avLst/>
          </a:prstGeom>
          <a:noFill/>
          <a:ln w="0">
            <a:noFill/>
          </a:ln>
        </p:spPr>
        <p:txBody>
          <a:bodyPr lIns="91440" tIns="45720" rIns="91440" bIns="45720" anchor="t">
            <a:noAutofit/>
          </a:bodyPr>
          <a:lstStyle/>
          <a:p>
            <a:pPr indent="0" defTabSz="914400">
              <a:lnSpc>
                <a:spcPts val="2120"/>
              </a:lnSpc>
              <a:spcBef>
                <a:spcPts val="300"/>
              </a:spcBef>
              <a:buNone/>
              <a:tabLst>
                <a:tab pos="0" algn="l"/>
              </a:tabLst>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457200" indent="0" defTabSz="914400">
              <a:lnSpc>
                <a:spcPct val="90000"/>
              </a:lnSpc>
              <a:spcBef>
                <a:spcPts val="499"/>
              </a:spcBef>
              <a:buNone/>
              <a:tabLst>
                <a:tab pos="0" algn="l"/>
              </a:tabLst>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914400" indent="0" defTabSz="914400">
              <a:lnSpc>
                <a:spcPct val="90000"/>
              </a:lnSpc>
              <a:spcBef>
                <a:spcPts val="499"/>
              </a:spcBef>
              <a:buNone/>
              <a:tabLst>
                <a:tab pos="0" algn="l"/>
              </a:tabLst>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3716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18288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Default 5">
    <p:bg>
      <p:bgPr>
        <a:solidFill>
          <a:srgbClr val="EDEDED"/>
        </a:solidFill>
        <a:effectLst/>
      </p:bgPr>
    </p:bg>
    <p:spTree>
      <p:nvGrpSpPr>
        <p:cNvPr id="1" name=""/>
        <p:cNvGrpSpPr/>
        <p:nvPr/>
      </p:nvGrpSpPr>
      <p:grpSpPr>
        <a:xfrm>
          <a:off x="0" y="0"/>
          <a:ext cx="0" cy="0"/>
          <a:chOff x="0" y="0"/>
          <a:chExt cx="0" cy="0"/>
        </a:xfrm>
      </p:grpSpPr>
      <p:pic>
        <p:nvPicPr>
          <p:cNvPr id="165" name="Bildobjekt 7"/>
          <p:cNvPicPr/>
          <p:nvPr/>
        </p:nvPicPr>
        <p:blipFill>
          <a:blip r:embed="rId2"/>
          <a:stretch/>
        </p:blipFill>
        <p:spPr>
          <a:xfrm>
            <a:off x="10838160" y="5633280"/>
            <a:ext cx="837720" cy="796320"/>
          </a:xfrm>
          <a:prstGeom prst="rect">
            <a:avLst/>
          </a:prstGeom>
          <a:noFill/>
          <a:ln w="0">
            <a:noFill/>
          </a:ln>
        </p:spPr>
      </p:pic>
      <p:sp>
        <p:nvSpPr>
          <p:cNvPr id="166" name="PlaceHolder 1"/>
          <p:cNvSpPr>
            <a:spLocks noGrp="1"/>
          </p:cNvSpPr>
          <p:nvPr>
            <p:ph type="dt" idx="46"/>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67" name="PlaceHolder 2"/>
          <p:cNvSpPr>
            <a:spLocks noGrp="1"/>
          </p:cNvSpPr>
          <p:nvPr>
            <p:ph type="ftr" idx="47"/>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68" name="PlaceHolder 3"/>
          <p:cNvSpPr>
            <a:spLocks noGrp="1"/>
          </p:cNvSpPr>
          <p:nvPr>
            <p:ph type="sldNum" idx="48"/>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71E991AD-D55A-4B80-B60D-5248C12FEDDD}"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69" name="PlaceHolder 4"/>
          <p:cNvSpPr>
            <a:spLocks noGrp="1"/>
          </p:cNvSpPr>
          <p:nvPr>
            <p:ph type="body"/>
          </p:nvPr>
        </p:nvSpPr>
        <p:spPr>
          <a:xfrm>
            <a:off x="-720" y="0"/>
            <a:ext cx="6095160" cy="6857280"/>
          </a:xfrm>
          <a:prstGeom prst="rect">
            <a:avLst/>
          </a:prstGeom>
          <a:noFill/>
          <a:ln w="0">
            <a:noFill/>
          </a:ln>
        </p:spPr>
        <p:txBody>
          <a:bodyPr lIns="90000" tIns="45000" rIns="90000" bIns="1044000" anchor="ctr">
            <a:noAutofit/>
          </a:bodyPr>
          <a:lstStyle/>
          <a:p>
            <a:pPr indent="0" algn="ctr" defTabSz="914400">
              <a:lnSpc>
                <a:spcPct val="100000"/>
              </a:lnSpc>
              <a:buNone/>
              <a:tabLst>
                <a:tab pos="0" algn="l"/>
              </a:tabLst>
            </a:pPr>
            <a:r>
              <a:rPr lang="en-GB" sz="1800" b="0" u="none" strike="noStrike">
                <a:solidFill>
                  <a:schemeClr val="dk1"/>
                </a:solidFill>
                <a:effectLst/>
                <a:uFillTx/>
                <a:latin typeface="Calibri"/>
              </a:rPr>
              <a:t>Click on the icon or </a:t>
            </a:r>
            <a:br>
              <a:rPr sz="1800"/>
            </a:br>
            <a:r>
              <a:rPr lang="en-GB" sz="1800" b="0" u="none" strike="noStrike">
                <a:solidFill>
                  <a:schemeClr val="dk1"/>
                </a:solidFill>
                <a:effectLst/>
                <a:uFillTx/>
                <a:latin typeface="Calibri"/>
              </a:rPr>
              <a:t>drag and drop to insert an image</a:t>
            </a:r>
            <a:endParaRPr lang="en-GB" sz="1800" b="0" u="none" strike="noStrike">
              <a:solidFill>
                <a:srgbClr val="000000"/>
              </a:solidFill>
              <a:effectLst/>
              <a:uFillTx/>
              <a:latin typeface="Arial"/>
            </a:endParaRPr>
          </a:p>
        </p:txBody>
      </p:sp>
      <p:sp>
        <p:nvSpPr>
          <p:cNvPr id="170" name="PlaceHolder 5"/>
          <p:cNvSpPr>
            <a:spLocks noGrp="1"/>
          </p:cNvSpPr>
          <p:nvPr>
            <p:ph type="title"/>
          </p:nvPr>
        </p:nvSpPr>
        <p:spPr>
          <a:xfrm>
            <a:off x="6743880" y="1844640"/>
            <a:ext cx="4114080" cy="14583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71" name="PlaceHolder 6"/>
          <p:cNvSpPr>
            <a:spLocks noGrp="1"/>
          </p:cNvSpPr>
          <p:nvPr>
            <p:ph type="body"/>
          </p:nvPr>
        </p:nvSpPr>
        <p:spPr>
          <a:xfrm>
            <a:off x="6743880" y="3429000"/>
            <a:ext cx="4114080" cy="1910160"/>
          </a:xfrm>
          <a:prstGeom prst="rect">
            <a:avLst/>
          </a:prstGeom>
          <a:noFill/>
          <a:ln w="0">
            <a:noFill/>
          </a:ln>
        </p:spPr>
        <p:txBody>
          <a:bodyPr lIns="91440" tIns="45720" rIns="91440" bIns="45720" anchor="t">
            <a:noAutofit/>
          </a:bodyPr>
          <a:lstStyle/>
          <a:p>
            <a:pPr indent="0" defTabSz="914400">
              <a:lnSpc>
                <a:spcPts val="2361"/>
              </a:lnSpc>
              <a:buNone/>
              <a:tabLst>
                <a:tab pos="0" algn="l"/>
              </a:tabLst>
            </a:pPr>
            <a:r>
              <a:rPr lang="nl-NL" sz="1800" b="0" u="none" strike="noStrike">
                <a:solidFill>
                  <a:schemeClr val="dk1">
                    <a:lumMod val="65000"/>
                    <a:lumOff val="35000"/>
                  </a:schemeClr>
                </a:solidFill>
                <a:effectLst/>
                <a:uFillTx/>
                <a:latin typeface="Work Sans"/>
              </a:rPr>
              <a:t>Klikken om de tekststijl van het model te bewerken</a:t>
            </a:r>
            <a:endParaRPr lang="en-GB" sz="1800" b="0" u="none" strike="noStrike">
              <a:solidFill>
                <a:srgbClr val="000000"/>
              </a:solidFill>
              <a:effectLst/>
              <a:uFillTx/>
              <a:latin typeface="Arial"/>
            </a:endParaRPr>
          </a:p>
          <a:p>
            <a:pPr marL="457200" indent="0" defTabSz="914400">
              <a:lnSpc>
                <a:spcPct val="90000"/>
              </a:lnSpc>
              <a:spcBef>
                <a:spcPts val="499"/>
              </a:spcBef>
              <a:buNone/>
              <a:tabLst>
                <a:tab pos="0" algn="l"/>
              </a:tabLst>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914400" indent="0" defTabSz="914400">
              <a:lnSpc>
                <a:spcPct val="90000"/>
              </a:lnSpc>
              <a:spcBef>
                <a:spcPts val="499"/>
              </a:spcBef>
              <a:buNone/>
              <a:tabLst>
                <a:tab pos="0" algn="l"/>
              </a:tabLst>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3716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18288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Default 6">
    <p:bg>
      <p:bgPr>
        <a:solidFill>
          <a:srgbClr val="EDEDED"/>
        </a:solidFill>
        <a:effectLst/>
      </p:bgPr>
    </p:bg>
    <p:spTree>
      <p:nvGrpSpPr>
        <p:cNvPr id="1" name=""/>
        <p:cNvGrpSpPr/>
        <p:nvPr/>
      </p:nvGrpSpPr>
      <p:grpSpPr>
        <a:xfrm>
          <a:off x="0" y="0"/>
          <a:ext cx="0" cy="0"/>
          <a:chOff x="0" y="0"/>
          <a:chExt cx="0" cy="0"/>
        </a:xfrm>
      </p:grpSpPr>
      <p:pic>
        <p:nvPicPr>
          <p:cNvPr id="172" name="Bildobjekt 7"/>
          <p:cNvPicPr/>
          <p:nvPr/>
        </p:nvPicPr>
        <p:blipFill>
          <a:blip r:embed="rId2"/>
          <a:stretch/>
        </p:blipFill>
        <p:spPr>
          <a:xfrm>
            <a:off x="10838160" y="5633280"/>
            <a:ext cx="837720" cy="796320"/>
          </a:xfrm>
          <a:prstGeom prst="rect">
            <a:avLst/>
          </a:prstGeom>
          <a:noFill/>
          <a:ln w="0">
            <a:noFill/>
          </a:ln>
        </p:spPr>
      </p:pic>
      <p:sp>
        <p:nvSpPr>
          <p:cNvPr id="173" name="PlaceHolder 1"/>
          <p:cNvSpPr>
            <a:spLocks noGrp="1"/>
          </p:cNvSpPr>
          <p:nvPr>
            <p:ph type="dt" idx="49"/>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74" name="PlaceHolder 2"/>
          <p:cNvSpPr>
            <a:spLocks noGrp="1"/>
          </p:cNvSpPr>
          <p:nvPr>
            <p:ph type="ftr" idx="50"/>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75" name="PlaceHolder 3"/>
          <p:cNvSpPr>
            <a:spLocks noGrp="1"/>
          </p:cNvSpPr>
          <p:nvPr>
            <p:ph type="sldNum" idx="51"/>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72A3AF3F-FDD8-409C-9D88-CA80FCBC557A}"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76"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77" name="PlaceHolder 5"/>
          <p:cNvSpPr>
            <a:spLocks noGrp="1"/>
          </p:cNvSpPr>
          <p:nvPr>
            <p:ph type="body"/>
          </p:nvPr>
        </p:nvSpPr>
        <p:spPr>
          <a:xfrm>
            <a:off x="947880" y="2529000"/>
            <a:ext cx="4558680" cy="257724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178" name="PlaceHolder 6"/>
          <p:cNvSpPr>
            <a:spLocks noGrp="1"/>
          </p:cNvSpPr>
          <p:nvPr>
            <p:ph type="body"/>
          </p:nvPr>
        </p:nvSpPr>
        <p:spPr>
          <a:xfrm>
            <a:off x="6089040" y="2529000"/>
            <a:ext cx="4558680" cy="257724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Default 7">
    <p:bg>
      <p:bgPr>
        <a:solidFill>
          <a:srgbClr val="EDEDED"/>
        </a:solidFill>
        <a:effectLst/>
      </p:bgPr>
    </p:bg>
    <p:spTree>
      <p:nvGrpSpPr>
        <p:cNvPr id="1" name=""/>
        <p:cNvGrpSpPr/>
        <p:nvPr/>
      </p:nvGrpSpPr>
      <p:grpSpPr>
        <a:xfrm>
          <a:off x="0" y="0"/>
          <a:ext cx="0" cy="0"/>
          <a:chOff x="0" y="0"/>
          <a:chExt cx="0" cy="0"/>
        </a:xfrm>
      </p:grpSpPr>
      <p:pic>
        <p:nvPicPr>
          <p:cNvPr id="179" name="Bildobjekt 7"/>
          <p:cNvPicPr/>
          <p:nvPr/>
        </p:nvPicPr>
        <p:blipFill>
          <a:blip r:embed="rId2"/>
          <a:stretch/>
        </p:blipFill>
        <p:spPr>
          <a:xfrm>
            <a:off x="10838160" y="5633280"/>
            <a:ext cx="837720" cy="796320"/>
          </a:xfrm>
          <a:prstGeom prst="rect">
            <a:avLst/>
          </a:prstGeom>
          <a:noFill/>
          <a:ln w="0">
            <a:noFill/>
          </a:ln>
        </p:spPr>
      </p:pic>
      <p:sp>
        <p:nvSpPr>
          <p:cNvPr id="180" name="PlaceHolder 1"/>
          <p:cNvSpPr>
            <a:spLocks noGrp="1"/>
          </p:cNvSpPr>
          <p:nvPr>
            <p:ph type="dt" idx="52"/>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81" name="PlaceHolder 2"/>
          <p:cNvSpPr>
            <a:spLocks noGrp="1"/>
          </p:cNvSpPr>
          <p:nvPr>
            <p:ph type="ftr" idx="53"/>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82" name="PlaceHolder 3"/>
          <p:cNvSpPr>
            <a:spLocks noGrp="1"/>
          </p:cNvSpPr>
          <p:nvPr>
            <p:ph type="sldNum" idx="54"/>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B9A434CA-A4F1-4CE5-B509-85D5C091F1DC}"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83" name="PlaceHolder 4"/>
          <p:cNvSpPr>
            <a:spLocks noGrp="1"/>
          </p:cNvSpPr>
          <p:nvPr>
            <p:ph type="body"/>
          </p:nvPr>
        </p:nvSpPr>
        <p:spPr>
          <a:xfrm>
            <a:off x="947880" y="2023920"/>
            <a:ext cx="4262040" cy="376308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184" name="PlaceHolder 5"/>
          <p:cNvSpPr>
            <a:spLocks noGrp="1"/>
          </p:cNvSpPr>
          <p:nvPr>
            <p:ph type="body"/>
          </p:nvPr>
        </p:nvSpPr>
        <p:spPr>
          <a:xfrm>
            <a:off x="5519880" y="2023920"/>
            <a:ext cx="4262040" cy="376308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185" name="PlaceHolder 6"/>
          <p:cNvSpPr>
            <a:spLocks noGrp="1"/>
          </p:cNvSpPr>
          <p:nvPr>
            <p:ph type="title"/>
          </p:nvPr>
        </p:nvSpPr>
        <p:spPr>
          <a:xfrm>
            <a:off x="947880" y="836640"/>
            <a:ext cx="4262040" cy="10519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86" name="PlaceHolder 7"/>
          <p:cNvSpPr>
            <a:spLocks noGrp="1"/>
          </p:cNvSpPr>
          <p:nvPr>
            <p:ph type="body"/>
          </p:nvPr>
        </p:nvSpPr>
        <p:spPr>
          <a:xfrm>
            <a:off x="5519880" y="905760"/>
            <a:ext cx="4261680" cy="1051920"/>
          </a:xfrm>
          <a:prstGeom prst="rect">
            <a:avLst/>
          </a:prstGeom>
          <a:noFill/>
          <a:ln w="0">
            <a:noFill/>
          </a:ln>
        </p:spPr>
        <p:txBody>
          <a:bodyPr lIns="91440" tIns="4572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Klikken om de tekststijl van het model te bewerken</a:t>
            </a:r>
            <a:endParaRPr lang="en-GB" sz="3200" b="0" u="none" strike="noStrike">
              <a:solidFill>
                <a:srgbClr val="000000"/>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Default 19">
    <p:bg>
      <p:bgPr>
        <a:solidFill>
          <a:srgbClr val="BFBFBF"/>
        </a:solidFill>
        <a:effectLst/>
      </p:bgPr>
    </p:bg>
    <p:spTree>
      <p:nvGrpSpPr>
        <p:cNvPr id="1" name=""/>
        <p:cNvGrpSpPr/>
        <p:nvPr/>
      </p:nvGrpSpPr>
      <p:grpSpPr>
        <a:xfrm>
          <a:off x="0" y="0"/>
          <a:ext cx="0" cy="0"/>
          <a:chOff x="0" y="0"/>
          <a:chExt cx="0" cy="0"/>
        </a:xfrm>
      </p:grpSpPr>
      <p:pic>
        <p:nvPicPr>
          <p:cNvPr id="187" name="Bildobjekt 7"/>
          <p:cNvPicPr/>
          <p:nvPr/>
        </p:nvPicPr>
        <p:blipFill>
          <a:blip r:embed="rId2"/>
          <a:stretch/>
        </p:blipFill>
        <p:spPr>
          <a:xfrm>
            <a:off x="10838160" y="5633280"/>
            <a:ext cx="837720" cy="796320"/>
          </a:xfrm>
          <a:prstGeom prst="rect">
            <a:avLst/>
          </a:prstGeom>
          <a:noFill/>
          <a:ln w="0">
            <a:noFill/>
          </a:ln>
        </p:spPr>
      </p:pic>
      <p:sp>
        <p:nvSpPr>
          <p:cNvPr id="188" name="PlaceHolder 1"/>
          <p:cNvSpPr>
            <a:spLocks noGrp="1"/>
          </p:cNvSpPr>
          <p:nvPr>
            <p:ph type="dt" idx="55"/>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89" name="PlaceHolder 2"/>
          <p:cNvSpPr>
            <a:spLocks noGrp="1"/>
          </p:cNvSpPr>
          <p:nvPr>
            <p:ph type="ftr" idx="56"/>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90" name="PlaceHolder 3"/>
          <p:cNvSpPr>
            <a:spLocks noGrp="1"/>
          </p:cNvSpPr>
          <p:nvPr>
            <p:ph type="sldNum" idx="57"/>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6A19A781-8B70-4223-A15B-059C42B953B4}"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191"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192" name="PlaceHolder 5"/>
          <p:cNvSpPr>
            <a:spLocks noGrp="1"/>
          </p:cNvSpPr>
          <p:nvPr>
            <p:ph type="body"/>
          </p:nvPr>
        </p:nvSpPr>
        <p:spPr>
          <a:xfrm>
            <a:off x="6089760" y="2035080"/>
            <a:ext cx="4558680" cy="2972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193" name="PlaceHolder 6"/>
          <p:cNvSpPr>
            <a:spLocks noGrp="1"/>
          </p:cNvSpPr>
          <p:nvPr>
            <p:ph type="body"/>
          </p:nvPr>
        </p:nvSpPr>
        <p:spPr>
          <a:xfrm>
            <a:off x="947880" y="2023920"/>
            <a:ext cx="4571280" cy="2988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194" name="PlaceHolder 7"/>
          <p:cNvSpPr>
            <a:spLocks noGrp="1"/>
          </p:cNvSpPr>
          <p:nvPr>
            <p:ph type="body"/>
          </p:nvPr>
        </p:nvSpPr>
        <p:spPr>
          <a:xfrm>
            <a:off x="947880" y="5192640"/>
            <a:ext cx="457128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195" name="PlaceHolder 8"/>
          <p:cNvSpPr>
            <a:spLocks noGrp="1"/>
          </p:cNvSpPr>
          <p:nvPr>
            <p:ph type="body"/>
          </p:nvPr>
        </p:nvSpPr>
        <p:spPr>
          <a:xfrm>
            <a:off x="6089040" y="5192640"/>
            <a:ext cx="457128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Default 20">
    <p:bg>
      <p:bgPr>
        <a:solidFill>
          <a:srgbClr val="BFBFBF"/>
        </a:solidFill>
        <a:effectLst/>
      </p:bgPr>
    </p:bg>
    <p:spTree>
      <p:nvGrpSpPr>
        <p:cNvPr id="1" name=""/>
        <p:cNvGrpSpPr/>
        <p:nvPr/>
      </p:nvGrpSpPr>
      <p:grpSpPr>
        <a:xfrm>
          <a:off x="0" y="0"/>
          <a:ext cx="0" cy="0"/>
          <a:chOff x="0" y="0"/>
          <a:chExt cx="0" cy="0"/>
        </a:xfrm>
      </p:grpSpPr>
      <p:pic>
        <p:nvPicPr>
          <p:cNvPr id="196" name="Bildobjekt 7"/>
          <p:cNvPicPr/>
          <p:nvPr/>
        </p:nvPicPr>
        <p:blipFill>
          <a:blip r:embed="rId2"/>
          <a:stretch/>
        </p:blipFill>
        <p:spPr>
          <a:xfrm>
            <a:off x="10838160" y="5633280"/>
            <a:ext cx="837720" cy="796320"/>
          </a:xfrm>
          <a:prstGeom prst="rect">
            <a:avLst/>
          </a:prstGeom>
          <a:noFill/>
          <a:ln w="0">
            <a:noFill/>
          </a:ln>
        </p:spPr>
      </p:pic>
      <p:sp>
        <p:nvSpPr>
          <p:cNvPr id="197" name="PlaceHolder 1"/>
          <p:cNvSpPr>
            <a:spLocks noGrp="1"/>
          </p:cNvSpPr>
          <p:nvPr>
            <p:ph type="dt" idx="58"/>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198" name="PlaceHolder 2"/>
          <p:cNvSpPr>
            <a:spLocks noGrp="1"/>
          </p:cNvSpPr>
          <p:nvPr>
            <p:ph type="ftr" idx="59"/>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199" name="PlaceHolder 3"/>
          <p:cNvSpPr>
            <a:spLocks noGrp="1"/>
          </p:cNvSpPr>
          <p:nvPr>
            <p:ph type="sldNum" idx="60"/>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827A4173-EAFD-4BE2-91F9-F9B72392804B}"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200"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201" name="PlaceHolder 5"/>
          <p:cNvSpPr>
            <a:spLocks noGrp="1"/>
          </p:cNvSpPr>
          <p:nvPr>
            <p:ph type="body"/>
          </p:nvPr>
        </p:nvSpPr>
        <p:spPr>
          <a:xfrm>
            <a:off x="6089760" y="2035080"/>
            <a:ext cx="4558680" cy="37522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202" name="PlaceHolder 6"/>
          <p:cNvSpPr>
            <a:spLocks noGrp="1"/>
          </p:cNvSpPr>
          <p:nvPr>
            <p:ph type="body"/>
          </p:nvPr>
        </p:nvSpPr>
        <p:spPr>
          <a:xfrm>
            <a:off x="947880" y="2023920"/>
            <a:ext cx="457128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Default 21">
    <p:bg>
      <p:bgPr>
        <a:solidFill>
          <a:srgbClr val="BFBFBF"/>
        </a:solidFill>
        <a:effectLst/>
      </p:bgPr>
    </p:bg>
    <p:spTree>
      <p:nvGrpSpPr>
        <p:cNvPr id="1" name=""/>
        <p:cNvGrpSpPr/>
        <p:nvPr/>
      </p:nvGrpSpPr>
      <p:grpSpPr>
        <a:xfrm>
          <a:off x="0" y="0"/>
          <a:ext cx="0" cy="0"/>
          <a:chOff x="0" y="0"/>
          <a:chExt cx="0" cy="0"/>
        </a:xfrm>
      </p:grpSpPr>
      <p:pic>
        <p:nvPicPr>
          <p:cNvPr id="203" name="Bildobjekt 7"/>
          <p:cNvPicPr/>
          <p:nvPr/>
        </p:nvPicPr>
        <p:blipFill>
          <a:blip r:embed="rId2"/>
          <a:stretch/>
        </p:blipFill>
        <p:spPr>
          <a:xfrm>
            <a:off x="10838160" y="5633280"/>
            <a:ext cx="837720" cy="796320"/>
          </a:xfrm>
          <a:prstGeom prst="rect">
            <a:avLst/>
          </a:prstGeom>
          <a:noFill/>
          <a:ln w="0">
            <a:noFill/>
          </a:ln>
        </p:spPr>
      </p:pic>
      <p:sp>
        <p:nvSpPr>
          <p:cNvPr id="204" name="PlaceHolder 1"/>
          <p:cNvSpPr>
            <a:spLocks noGrp="1"/>
          </p:cNvSpPr>
          <p:nvPr>
            <p:ph type="dt" idx="61"/>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205" name="PlaceHolder 2"/>
          <p:cNvSpPr>
            <a:spLocks noGrp="1"/>
          </p:cNvSpPr>
          <p:nvPr>
            <p:ph type="ftr" idx="62"/>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206" name="PlaceHolder 3"/>
          <p:cNvSpPr>
            <a:spLocks noGrp="1"/>
          </p:cNvSpPr>
          <p:nvPr>
            <p:ph type="sldNum" idx="63"/>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3AF3B70A-31E4-41C7-A4E2-4970E77912F2}"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207"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208" name="PlaceHolder 5"/>
          <p:cNvSpPr>
            <a:spLocks noGrp="1"/>
          </p:cNvSpPr>
          <p:nvPr>
            <p:ph type="body"/>
          </p:nvPr>
        </p:nvSpPr>
        <p:spPr>
          <a:xfrm>
            <a:off x="947880" y="2023920"/>
            <a:ext cx="282132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209" name="PlaceHolder 6"/>
          <p:cNvSpPr>
            <a:spLocks noGrp="1"/>
          </p:cNvSpPr>
          <p:nvPr>
            <p:ph type="body"/>
          </p:nvPr>
        </p:nvSpPr>
        <p:spPr>
          <a:xfrm>
            <a:off x="4096440" y="2023920"/>
            <a:ext cx="282132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210" name="PlaceHolder 7"/>
          <p:cNvSpPr>
            <a:spLocks noGrp="1"/>
          </p:cNvSpPr>
          <p:nvPr>
            <p:ph type="body"/>
          </p:nvPr>
        </p:nvSpPr>
        <p:spPr>
          <a:xfrm>
            <a:off x="7245000" y="2023920"/>
            <a:ext cx="2821320" cy="3763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rgbClr val="BFBFBF"/>
        </a:solidFill>
        <a:effectLst/>
      </p:bgPr>
    </p:bg>
    <p:spTree>
      <p:nvGrpSpPr>
        <p:cNvPr id="1" name=""/>
        <p:cNvGrpSpPr/>
        <p:nvPr/>
      </p:nvGrpSpPr>
      <p:grpSpPr>
        <a:xfrm>
          <a:off x="0" y="0"/>
          <a:ext cx="0" cy="0"/>
          <a:chOff x="0" y="0"/>
          <a:chExt cx="0" cy="0"/>
        </a:xfrm>
      </p:grpSpPr>
      <p:pic>
        <p:nvPicPr>
          <p:cNvPr id="211" name="Bildobjekt 7"/>
          <p:cNvPicPr/>
          <p:nvPr/>
        </p:nvPicPr>
        <p:blipFill>
          <a:blip r:embed="rId2"/>
          <a:stretch/>
        </p:blipFill>
        <p:spPr>
          <a:xfrm>
            <a:off x="10838160" y="5633280"/>
            <a:ext cx="837720" cy="796320"/>
          </a:xfrm>
          <a:prstGeom prst="rect">
            <a:avLst/>
          </a:prstGeom>
          <a:noFill/>
          <a:ln w="0">
            <a:noFill/>
          </a:ln>
        </p:spPr>
      </p:pic>
      <p:sp>
        <p:nvSpPr>
          <p:cNvPr id="212" name="PlaceHolder 1"/>
          <p:cNvSpPr>
            <a:spLocks noGrp="1"/>
          </p:cNvSpPr>
          <p:nvPr>
            <p:ph type="title"/>
          </p:nvPr>
        </p:nvSpPr>
        <p:spPr>
          <a:xfrm>
            <a:off x="1695960" y="3571920"/>
            <a:ext cx="8798040" cy="1653480"/>
          </a:xfrm>
          <a:prstGeom prst="rect">
            <a:avLst/>
          </a:prstGeom>
          <a:noFill/>
          <a:ln w="0">
            <a:noFill/>
          </a:ln>
        </p:spPr>
        <p:txBody>
          <a:bodyPr lIns="91440" tIns="108000" rIns="91440" bIns="45720" anchor="ctr">
            <a:noAutofit/>
          </a:bodyPr>
          <a:lstStyle/>
          <a:p>
            <a:pPr indent="0" algn="ctr" defTabSz="914400">
              <a:lnSpc>
                <a:spcPts val="3841"/>
              </a:lnSpc>
              <a:buNone/>
              <a:tabLst>
                <a:tab pos="0" algn="l"/>
              </a:tabLst>
            </a:pPr>
            <a:r>
              <a:rPr lang="en-GB" sz="4800" b="0" u="none" strike="noStrike">
                <a:solidFill>
                  <a:schemeClr val="dk1"/>
                </a:solidFill>
                <a:effectLst/>
                <a:uFillTx/>
                <a:latin typeface="Work Sans"/>
              </a:rPr>
              <a:t>Presentation title</a:t>
            </a:r>
            <a:endParaRPr lang="en-GB" sz="4800" b="0" u="none" strike="noStrike">
              <a:solidFill>
                <a:srgbClr val="000000"/>
              </a:solidFill>
              <a:effectLst/>
              <a:uFillTx/>
              <a:latin typeface="Arial"/>
            </a:endParaRPr>
          </a:p>
        </p:txBody>
      </p:sp>
      <p:pic>
        <p:nvPicPr>
          <p:cNvPr id="213" name="Bildobjekt 2"/>
          <p:cNvPicPr/>
          <p:nvPr/>
        </p:nvPicPr>
        <p:blipFill>
          <a:blip r:embed="rId2"/>
          <a:stretch/>
        </p:blipFill>
        <p:spPr>
          <a:xfrm>
            <a:off x="5225400" y="1006920"/>
            <a:ext cx="1739160" cy="1653480"/>
          </a:xfrm>
          <a:prstGeom prst="rect">
            <a:avLst/>
          </a:prstGeom>
          <a:noFill/>
          <a:ln w="0">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Default 12">
    <p:bg>
      <p:bgPr>
        <a:solidFill>
          <a:srgbClr val="BFBFBF"/>
        </a:solidFill>
        <a:effectLst/>
      </p:bgPr>
    </p:bg>
    <p:spTree>
      <p:nvGrpSpPr>
        <p:cNvPr id="1" name=""/>
        <p:cNvGrpSpPr/>
        <p:nvPr/>
      </p:nvGrpSpPr>
      <p:grpSpPr>
        <a:xfrm>
          <a:off x="0" y="0"/>
          <a:ext cx="0" cy="0"/>
          <a:chOff x="0" y="0"/>
          <a:chExt cx="0" cy="0"/>
        </a:xfrm>
      </p:grpSpPr>
      <p:pic>
        <p:nvPicPr>
          <p:cNvPr id="214" name="Bildobjekt 7"/>
          <p:cNvPicPr/>
          <p:nvPr/>
        </p:nvPicPr>
        <p:blipFill>
          <a:blip r:embed="rId2"/>
          <a:stretch/>
        </p:blipFill>
        <p:spPr>
          <a:xfrm>
            <a:off x="10838160" y="5633280"/>
            <a:ext cx="837720" cy="796320"/>
          </a:xfrm>
          <a:prstGeom prst="rect">
            <a:avLst/>
          </a:prstGeom>
          <a:noFill/>
          <a:ln w="0">
            <a:noFill/>
          </a:ln>
        </p:spPr>
      </p:pic>
      <p:sp>
        <p:nvSpPr>
          <p:cNvPr id="215" name="PlaceHolder 1"/>
          <p:cNvSpPr>
            <a:spLocks noGrp="1"/>
          </p:cNvSpPr>
          <p:nvPr>
            <p:ph type="dt" idx="64"/>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216" name="PlaceHolder 2"/>
          <p:cNvSpPr>
            <a:spLocks noGrp="1"/>
          </p:cNvSpPr>
          <p:nvPr>
            <p:ph type="ftr" idx="65"/>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217" name="PlaceHolder 3"/>
          <p:cNvSpPr>
            <a:spLocks noGrp="1"/>
          </p:cNvSpPr>
          <p:nvPr>
            <p:ph type="sldNum" idx="66"/>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E9409A62-F66C-4E94-9D11-A5D4312CD720}"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218"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219" name="PlaceHolder 5"/>
          <p:cNvSpPr>
            <a:spLocks noGrp="1"/>
          </p:cNvSpPr>
          <p:nvPr>
            <p:ph type="body"/>
          </p:nvPr>
        </p:nvSpPr>
        <p:spPr>
          <a:xfrm>
            <a:off x="947880" y="1687680"/>
            <a:ext cx="2821320" cy="33249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220" name="PlaceHolder 6"/>
          <p:cNvSpPr>
            <a:spLocks noGrp="1"/>
          </p:cNvSpPr>
          <p:nvPr>
            <p:ph type="body"/>
          </p:nvPr>
        </p:nvSpPr>
        <p:spPr>
          <a:xfrm>
            <a:off x="4096440" y="1687680"/>
            <a:ext cx="2821320" cy="33249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221" name="PlaceHolder 7"/>
          <p:cNvSpPr>
            <a:spLocks noGrp="1"/>
          </p:cNvSpPr>
          <p:nvPr>
            <p:ph type="body"/>
          </p:nvPr>
        </p:nvSpPr>
        <p:spPr>
          <a:xfrm>
            <a:off x="7245000" y="1687680"/>
            <a:ext cx="2821320" cy="33249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nl-NL" sz="1800" b="0" u="none" strike="noStrike">
                <a:solidFill>
                  <a:schemeClr val="dk1"/>
                </a:solidFill>
                <a:effectLst/>
                <a:uFillTx/>
                <a:latin typeface="Calibri"/>
              </a:rPr>
              <a:t>Klik op het pictogram als u een afbeelding wilt toevoegen</a:t>
            </a:r>
            <a:endParaRPr lang="en-GB" sz="1800" b="0" u="none" strike="noStrike">
              <a:solidFill>
                <a:srgbClr val="000000"/>
              </a:solidFill>
              <a:effectLst/>
              <a:uFillTx/>
              <a:latin typeface="Arial"/>
            </a:endParaRPr>
          </a:p>
        </p:txBody>
      </p:sp>
      <p:sp>
        <p:nvSpPr>
          <p:cNvPr id="222" name="PlaceHolder 8"/>
          <p:cNvSpPr>
            <a:spLocks noGrp="1"/>
          </p:cNvSpPr>
          <p:nvPr>
            <p:ph type="body"/>
          </p:nvPr>
        </p:nvSpPr>
        <p:spPr>
          <a:xfrm>
            <a:off x="947880" y="5192640"/>
            <a:ext cx="282132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223" name="PlaceHolder 9"/>
          <p:cNvSpPr>
            <a:spLocks noGrp="1"/>
          </p:cNvSpPr>
          <p:nvPr>
            <p:ph type="body"/>
          </p:nvPr>
        </p:nvSpPr>
        <p:spPr>
          <a:xfrm>
            <a:off x="4096440" y="5192640"/>
            <a:ext cx="282132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224" name="PlaceHolder 10"/>
          <p:cNvSpPr>
            <a:spLocks noGrp="1"/>
          </p:cNvSpPr>
          <p:nvPr>
            <p:ph type="body"/>
          </p:nvPr>
        </p:nvSpPr>
        <p:spPr>
          <a:xfrm>
            <a:off x="7245000" y="5192640"/>
            <a:ext cx="2821320" cy="90576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rgbClr val="BFBFBF"/>
        </a:solidFill>
        <a:effectLst/>
      </p:bgPr>
    </p:bg>
    <p:spTree>
      <p:nvGrpSpPr>
        <p:cNvPr id="1" name=""/>
        <p:cNvGrpSpPr/>
        <p:nvPr/>
      </p:nvGrpSpPr>
      <p:grpSpPr>
        <a:xfrm>
          <a:off x="0" y="0"/>
          <a:ext cx="0" cy="0"/>
          <a:chOff x="0" y="0"/>
          <a:chExt cx="0" cy="0"/>
        </a:xfrm>
      </p:grpSpPr>
      <p:pic>
        <p:nvPicPr>
          <p:cNvPr id="225" name="Bildobjekt 7"/>
          <p:cNvPicPr/>
          <p:nvPr/>
        </p:nvPicPr>
        <p:blipFill>
          <a:blip r:embed="rId2"/>
          <a:stretch/>
        </p:blipFill>
        <p:spPr>
          <a:xfrm>
            <a:off x="10838160" y="5633280"/>
            <a:ext cx="837720" cy="796320"/>
          </a:xfrm>
          <a:prstGeom prst="rect">
            <a:avLst/>
          </a:prstGeom>
          <a:noFill/>
          <a:ln w="0">
            <a:noFill/>
          </a:ln>
        </p:spPr>
      </p:pic>
      <p:pic>
        <p:nvPicPr>
          <p:cNvPr id="226" name="Bildobjekt 5"/>
          <p:cNvPicPr/>
          <p:nvPr/>
        </p:nvPicPr>
        <p:blipFill>
          <a:blip r:embed="rId2"/>
          <a:stretch/>
        </p:blipFill>
        <p:spPr>
          <a:xfrm>
            <a:off x="3818880" y="1272600"/>
            <a:ext cx="4555440" cy="4331160"/>
          </a:xfrm>
          <a:prstGeom prst="rect">
            <a:avLst/>
          </a:prstGeom>
          <a:noFill/>
          <a:ln w="0">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Default 14">
    <p:bg>
      <p:bgPr>
        <a:solidFill>
          <a:srgbClr val="BFBFBF"/>
        </a:solidFill>
        <a:effectLst/>
      </p:bgPr>
    </p:bg>
    <p:spTree>
      <p:nvGrpSpPr>
        <p:cNvPr id="1" name=""/>
        <p:cNvGrpSpPr/>
        <p:nvPr/>
      </p:nvGrpSpPr>
      <p:grpSpPr>
        <a:xfrm>
          <a:off x="0" y="0"/>
          <a:ext cx="0" cy="0"/>
          <a:chOff x="0" y="0"/>
          <a:chExt cx="0" cy="0"/>
        </a:xfrm>
      </p:grpSpPr>
      <p:pic>
        <p:nvPicPr>
          <p:cNvPr id="227" name="Bildobjekt 7"/>
          <p:cNvPicPr/>
          <p:nvPr/>
        </p:nvPicPr>
        <p:blipFill>
          <a:blip r:embed="rId2"/>
          <a:stretch/>
        </p:blipFill>
        <p:spPr>
          <a:xfrm>
            <a:off x="10838160" y="5633280"/>
            <a:ext cx="837720" cy="796320"/>
          </a:xfrm>
          <a:prstGeom prst="rect">
            <a:avLst/>
          </a:prstGeom>
          <a:noFill/>
          <a:ln w="0">
            <a:noFill/>
          </a:ln>
        </p:spPr>
      </p:pic>
      <p:sp>
        <p:nvSpPr>
          <p:cNvPr id="228" name="PlaceHolder 1"/>
          <p:cNvSpPr>
            <a:spLocks noGrp="1"/>
          </p:cNvSpPr>
          <p:nvPr>
            <p:ph type="dt" idx="67"/>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229" name="PlaceHolder 2"/>
          <p:cNvSpPr>
            <a:spLocks noGrp="1"/>
          </p:cNvSpPr>
          <p:nvPr>
            <p:ph type="ftr" idx="68"/>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230" name="PlaceHolder 3"/>
          <p:cNvSpPr>
            <a:spLocks noGrp="1"/>
          </p:cNvSpPr>
          <p:nvPr>
            <p:ph type="sldNum" idx="69"/>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0FC0C675-FFE6-4F19-87E7-912728430AE5}"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231" name="PlaceHolder 4"/>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232" name="PlaceHolder 5"/>
          <p:cNvSpPr>
            <a:spLocks noGrp="1"/>
          </p:cNvSpPr>
          <p:nvPr>
            <p:ph type="body"/>
          </p:nvPr>
        </p:nvSpPr>
        <p:spPr>
          <a:xfrm>
            <a:off x="947880" y="1776240"/>
            <a:ext cx="9472320" cy="424440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rgbClr val="BFBFBF"/>
        </a:solidFill>
        <a:effectLst/>
      </p:bgPr>
    </p:bg>
    <p:spTree>
      <p:nvGrpSpPr>
        <p:cNvPr id="1" name=""/>
        <p:cNvGrpSpPr/>
        <p:nvPr/>
      </p:nvGrpSpPr>
      <p:grpSpPr>
        <a:xfrm>
          <a:off x="0" y="0"/>
          <a:ext cx="0" cy="0"/>
          <a:chOff x="0" y="0"/>
          <a:chExt cx="0" cy="0"/>
        </a:xfrm>
      </p:grpSpPr>
      <p:pic>
        <p:nvPicPr>
          <p:cNvPr id="233" name="Bildobjekt 7"/>
          <p:cNvPicPr/>
          <p:nvPr/>
        </p:nvPicPr>
        <p:blipFill>
          <a:blip r:embed="rId2"/>
          <a:stretch/>
        </p:blipFill>
        <p:spPr>
          <a:xfrm>
            <a:off x="10838160" y="5633280"/>
            <a:ext cx="837720" cy="796320"/>
          </a:xfrm>
          <a:prstGeom prst="rect">
            <a:avLst/>
          </a:prstGeom>
          <a:noFill/>
          <a:ln w="0">
            <a:noFill/>
          </a:ln>
        </p:spPr>
      </p:pic>
      <p:sp>
        <p:nvSpPr>
          <p:cNvPr id="234" name="PlaceHolder 1"/>
          <p:cNvSpPr>
            <a:spLocks noGrp="1"/>
          </p:cNvSpPr>
          <p:nvPr>
            <p:ph type="dt" idx="70"/>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235" name="PlaceHolder 2"/>
          <p:cNvSpPr>
            <a:spLocks noGrp="1"/>
          </p:cNvSpPr>
          <p:nvPr>
            <p:ph type="ftr" idx="71"/>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236" name="PlaceHolder 3"/>
          <p:cNvSpPr>
            <a:spLocks noGrp="1"/>
          </p:cNvSpPr>
          <p:nvPr>
            <p:ph type="sldNum" idx="72"/>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85256991-14E8-4762-8B01-27A38D257FCB}"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237" name="PlaceHolder 4"/>
          <p:cNvSpPr>
            <a:spLocks noGrp="1"/>
          </p:cNvSpPr>
          <p:nvPr>
            <p:ph type="body"/>
          </p:nvPr>
        </p:nvSpPr>
        <p:spPr>
          <a:xfrm>
            <a:off x="-720" y="0"/>
            <a:ext cx="6095160" cy="6857280"/>
          </a:xfrm>
          <a:prstGeom prst="rect">
            <a:avLst/>
          </a:prstGeom>
          <a:noFill/>
          <a:ln w="0">
            <a:noFill/>
          </a:ln>
        </p:spPr>
        <p:txBody>
          <a:bodyPr lIns="90000" tIns="45000" rIns="90000" bIns="1044000" anchor="ctr">
            <a:noAutofit/>
          </a:bodyPr>
          <a:lstStyle/>
          <a:p>
            <a:pPr indent="0" algn="ctr" defTabSz="914400">
              <a:lnSpc>
                <a:spcPct val="100000"/>
              </a:lnSpc>
              <a:buNone/>
              <a:tabLst>
                <a:tab pos="0" algn="l"/>
              </a:tabLst>
            </a:pPr>
            <a:r>
              <a:rPr lang="en-GB" sz="1800" b="0" u="none" strike="noStrike">
                <a:solidFill>
                  <a:schemeClr val="dk1"/>
                </a:solidFill>
                <a:effectLst/>
                <a:uFillTx/>
                <a:latin typeface="Calibri"/>
              </a:rPr>
              <a:t>Click on the icon or </a:t>
            </a:r>
            <a:br>
              <a:rPr sz="1800"/>
            </a:br>
            <a:r>
              <a:rPr lang="en-GB" sz="1800" b="0" u="none" strike="noStrike">
                <a:solidFill>
                  <a:schemeClr val="dk1"/>
                </a:solidFill>
                <a:effectLst/>
                <a:uFillTx/>
                <a:latin typeface="Calibri"/>
              </a:rPr>
              <a:t>drag and drop to insert an image</a:t>
            </a:r>
            <a:endParaRPr lang="en-GB" sz="1800" b="0" u="none" strike="noStrike">
              <a:solidFill>
                <a:srgbClr val="000000"/>
              </a:solidFill>
              <a:effectLst/>
              <a:uFillTx/>
              <a:latin typeface="Arial"/>
            </a:endParaRPr>
          </a:p>
        </p:txBody>
      </p:sp>
      <p:sp>
        <p:nvSpPr>
          <p:cNvPr id="238" name="PlaceHolder 5"/>
          <p:cNvSpPr>
            <a:spLocks noGrp="1"/>
          </p:cNvSpPr>
          <p:nvPr>
            <p:ph type="title"/>
          </p:nvPr>
        </p:nvSpPr>
        <p:spPr>
          <a:xfrm>
            <a:off x="6743880" y="836640"/>
            <a:ext cx="4114080" cy="14583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239" name="PlaceHolder 6"/>
          <p:cNvSpPr>
            <a:spLocks noGrp="1"/>
          </p:cNvSpPr>
          <p:nvPr>
            <p:ph type="body"/>
          </p:nvPr>
        </p:nvSpPr>
        <p:spPr>
          <a:xfrm>
            <a:off x="6743880" y="2023920"/>
            <a:ext cx="4114080" cy="1910160"/>
          </a:xfrm>
          <a:prstGeom prst="rect">
            <a:avLst/>
          </a:prstGeom>
          <a:noFill/>
          <a:ln w="0">
            <a:noFill/>
          </a:ln>
        </p:spPr>
        <p:txBody>
          <a:bodyPr lIns="91440" tIns="45720" rIns="91440" bIns="45720" anchor="t">
            <a:noAutofit/>
          </a:bodyPr>
          <a:lstStyle/>
          <a:p>
            <a:pPr indent="0" defTabSz="914400">
              <a:lnSpc>
                <a:spcPts val="2120"/>
              </a:lnSpc>
              <a:spcBef>
                <a:spcPts val="300"/>
              </a:spcBef>
              <a:buNone/>
              <a:tabLst>
                <a:tab pos="0" algn="l"/>
              </a:tabLst>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457200" indent="0" defTabSz="914400">
              <a:lnSpc>
                <a:spcPct val="90000"/>
              </a:lnSpc>
              <a:spcBef>
                <a:spcPts val="499"/>
              </a:spcBef>
              <a:buNone/>
              <a:tabLst>
                <a:tab pos="0" algn="l"/>
              </a:tabLst>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914400" indent="0" defTabSz="914400">
              <a:lnSpc>
                <a:spcPct val="90000"/>
              </a:lnSpc>
              <a:spcBef>
                <a:spcPts val="499"/>
              </a:spcBef>
              <a:buNone/>
              <a:tabLst>
                <a:tab pos="0" algn="l"/>
              </a:tabLst>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3716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18288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Default 16">
    <p:bg>
      <p:bgPr>
        <a:solidFill>
          <a:srgbClr val="BFBFBF"/>
        </a:solidFill>
        <a:effectLst/>
      </p:bgPr>
    </p:bg>
    <p:spTree>
      <p:nvGrpSpPr>
        <p:cNvPr id="1" name=""/>
        <p:cNvGrpSpPr/>
        <p:nvPr/>
      </p:nvGrpSpPr>
      <p:grpSpPr>
        <a:xfrm>
          <a:off x="0" y="0"/>
          <a:ext cx="0" cy="0"/>
          <a:chOff x="0" y="0"/>
          <a:chExt cx="0" cy="0"/>
        </a:xfrm>
      </p:grpSpPr>
      <p:pic>
        <p:nvPicPr>
          <p:cNvPr id="240" name="Bildobjekt 7"/>
          <p:cNvPicPr/>
          <p:nvPr/>
        </p:nvPicPr>
        <p:blipFill>
          <a:blip r:embed="rId2"/>
          <a:stretch/>
        </p:blipFill>
        <p:spPr>
          <a:xfrm>
            <a:off x="10838160" y="5633280"/>
            <a:ext cx="837720" cy="796320"/>
          </a:xfrm>
          <a:prstGeom prst="rect">
            <a:avLst/>
          </a:prstGeom>
          <a:noFill/>
          <a:ln w="0">
            <a:noFill/>
          </a:ln>
        </p:spPr>
      </p:pic>
      <p:sp>
        <p:nvSpPr>
          <p:cNvPr id="241" name="PlaceHolder 1"/>
          <p:cNvSpPr>
            <a:spLocks noGrp="1"/>
          </p:cNvSpPr>
          <p:nvPr>
            <p:ph type="dt" idx="73"/>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242" name="PlaceHolder 2"/>
          <p:cNvSpPr>
            <a:spLocks noGrp="1"/>
          </p:cNvSpPr>
          <p:nvPr>
            <p:ph type="ftr" idx="74"/>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243" name="PlaceHolder 3"/>
          <p:cNvSpPr>
            <a:spLocks noGrp="1"/>
          </p:cNvSpPr>
          <p:nvPr>
            <p:ph type="sldNum" idx="75"/>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B6653A75-2008-4D2B-AB30-0BA5B918B051}"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244" name="PlaceHolder 4"/>
          <p:cNvSpPr>
            <a:spLocks noGrp="1"/>
          </p:cNvSpPr>
          <p:nvPr>
            <p:ph type="body"/>
          </p:nvPr>
        </p:nvSpPr>
        <p:spPr>
          <a:xfrm>
            <a:off x="-720" y="0"/>
            <a:ext cx="6095160" cy="6857280"/>
          </a:xfrm>
          <a:prstGeom prst="rect">
            <a:avLst/>
          </a:prstGeom>
          <a:noFill/>
          <a:ln w="0">
            <a:noFill/>
          </a:ln>
        </p:spPr>
        <p:txBody>
          <a:bodyPr lIns="90000" tIns="45000" rIns="90000" bIns="1044000" anchor="ctr">
            <a:noAutofit/>
          </a:bodyPr>
          <a:lstStyle/>
          <a:p>
            <a:pPr indent="0" algn="ctr" defTabSz="914400">
              <a:lnSpc>
                <a:spcPct val="100000"/>
              </a:lnSpc>
              <a:buNone/>
              <a:tabLst>
                <a:tab pos="0" algn="l"/>
              </a:tabLst>
            </a:pPr>
            <a:r>
              <a:rPr lang="en-GB" sz="1800" b="0" u="none" strike="noStrike">
                <a:solidFill>
                  <a:schemeClr val="dk1"/>
                </a:solidFill>
                <a:effectLst/>
                <a:uFillTx/>
                <a:latin typeface="Calibri"/>
              </a:rPr>
              <a:t>Click on the icon or </a:t>
            </a:r>
            <a:br>
              <a:rPr sz="1800"/>
            </a:br>
            <a:r>
              <a:rPr lang="en-GB" sz="1800" b="0" u="none" strike="noStrike">
                <a:solidFill>
                  <a:schemeClr val="dk1"/>
                </a:solidFill>
                <a:effectLst/>
                <a:uFillTx/>
                <a:latin typeface="Calibri"/>
              </a:rPr>
              <a:t>drag and drop to insert an image</a:t>
            </a:r>
            <a:endParaRPr lang="en-GB" sz="1800" b="0" u="none" strike="noStrike">
              <a:solidFill>
                <a:srgbClr val="000000"/>
              </a:solidFill>
              <a:effectLst/>
              <a:uFillTx/>
              <a:latin typeface="Arial"/>
            </a:endParaRPr>
          </a:p>
        </p:txBody>
      </p:sp>
      <p:sp>
        <p:nvSpPr>
          <p:cNvPr id="245" name="PlaceHolder 5"/>
          <p:cNvSpPr>
            <a:spLocks noGrp="1"/>
          </p:cNvSpPr>
          <p:nvPr>
            <p:ph type="title"/>
          </p:nvPr>
        </p:nvSpPr>
        <p:spPr>
          <a:xfrm>
            <a:off x="6743880" y="1844640"/>
            <a:ext cx="4114080" cy="14583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246" name="PlaceHolder 6"/>
          <p:cNvSpPr>
            <a:spLocks noGrp="1"/>
          </p:cNvSpPr>
          <p:nvPr>
            <p:ph type="body"/>
          </p:nvPr>
        </p:nvSpPr>
        <p:spPr>
          <a:xfrm>
            <a:off x="6743880" y="3429000"/>
            <a:ext cx="4114080" cy="1910160"/>
          </a:xfrm>
          <a:prstGeom prst="rect">
            <a:avLst/>
          </a:prstGeom>
          <a:noFill/>
          <a:ln w="0">
            <a:noFill/>
          </a:ln>
        </p:spPr>
        <p:txBody>
          <a:bodyPr lIns="91440" tIns="45720" rIns="91440" bIns="45720" anchor="t">
            <a:noAutofit/>
          </a:bodyPr>
          <a:lstStyle/>
          <a:p>
            <a:pPr indent="0" defTabSz="914400">
              <a:lnSpc>
                <a:spcPts val="2361"/>
              </a:lnSpc>
              <a:buNone/>
              <a:tabLst>
                <a:tab pos="0" algn="l"/>
              </a:tabLst>
            </a:pPr>
            <a:r>
              <a:rPr lang="nl-NL" sz="1800" b="0" u="none" strike="noStrike">
                <a:solidFill>
                  <a:schemeClr val="dk1">
                    <a:lumMod val="65000"/>
                    <a:lumOff val="35000"/>
                  </a:schemeClr>
                </a:solidFill>
                <a:effectLst/>
                <a:uFillTx/>
                <a:latin typeface="Work Sans"/>
              </a:rPr>
              <a:t>Klikken om de tekststijl van het model te bewerken</a:t>
            </a:r>
            <a:endParaRPr lang="en-GB" sz="1800" b="0" u="none" strike="noStrike">
              <a:solidFill>
                <a:srgbClr val="000000"/>
              </a:solidFill>
              <a:effectLst/>
              <a:uFillTx/>
              <a:latin typeface="Arial"/>
            </a:endParaRPr>
          </a:p>
          <a:p>
            <a:pPr marL="457200" indent="0" defTabSz="914400">
              <a:lnSpc>
                <a:spcPct val="90000"/>
              </a:lnSpc>
              <a:spcBef>
                <a:spcPts val="499"/>
              </a:spcBef>
              <a:buNone/>
              <a:tabLst>
                <a:tab pos="0" algn="l"/>
              </a:tabLst>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914400" indent="0" defTabSz="914400">
              <a:lnSpc>
                <a:spcPct val="90000"/>
              </a:lnSpc>
              <a:spcBef>
                <a:spcPts val="499"/>
              </a:spcBef>
              <a:buNone/>
              <a:tabLst>
                <a:tab pos="0" algn="l"/>
              </a:tabLst>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3716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1828800" indent="0" defTabSz="914400">
              <a:lnSpc>
                <a:spcPct val="90000"/>
              </a:lnSpc>
              <a:spcBef>
                <a:spcPts val="499"/>
              </a:spcBef>
              <a:buNone/>
              <a:tabLst>
                <a:tab pos="0" algn="l"/>
              </a:tabLst>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Default 17">
    <p:bg>
      <p:bgPr>
        <a:solidFill>
          <a:srgbClr val="BFBFBF"/>
        </a:solidFill>
        <a:effectLst/>
      </p:bgPr>
    </p:bg>
    <p:spTree>
      <p:nvGrpSpPr>
        <p:cNvPr id="1" name=""/>
        <p:cNvGrpSpPr/>
        <p:nvPr/>
      </p:nvGrpSpPr>
      <p:grpSpPr>
        <a:xfrm>
          <a:off x="0" y="0"/>
          <a:ext cx="0" cy="0"/>
          <a:chOff x="0" y="0"/>
          <a:chExt cx="0" cy="0"/>
        </a:xfrm>
      </p:grpSpPr>
      <p:pic>
        <p:nvPicPr>
          <p:cNvPr id="247" name="Bildobjekt 7"/>
          <p:cNvPicPr/>
          <p:nvPr/>
        </p:nvPicPr>
        <p:blipFill>
          <a:blip r:embed="rId2"/>
          <a:stretch/>
        </p:blipFill>
        <p:spPr>
          <a:xfrm>
            <a:off x="10838160" y="5633280"/>
            <a:ext cx="837720" cy="796320"/>
          </a:xfrm>
          <a:prstGeom prst="rect">
            <a:avLst/>
          </a:prstGeom>
          <a:noFill/>
          <a:ln w="0">
            <a:noFill/>
          </a:ln>
        </p:spPr>
      </p:pic>
      <p:sp>
        <p:nvSpPr>
          <p:cNvPr id="248" name="PlaceHolder 1"/>
          <p:cNvSpPr>
            <a:spLocks noGrp="1"/>
          </p:cNvSpPr>
          <p:nvPr>
            <p:ph type="dt" idx="76"/>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249" name="PlaceHolder 2"/>
          <p:cNvSpPr>
            <a:spLocks noGrp="1"/>
          </p:cNvSpPr>
          <p:nvPr>
            <p:ph type="ftr" idx="77"/>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250" name="PlaceHolder 3"/>
          <p:cNvSpPr>
            <a:spLocks noGrp="1"/>
          </p:cNvSpPr>
          <p:nvPr>
            <p:ph type="sldNum" idx="78"/>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2DCFD5A2-2853-476A-A920-87A285C10F9F}"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251" name="PlaceHolder 4"/>
          <p:cNvSpPr>
            <a:spLocks noGrp="1"/>
          </p:cNvSpPr>
          <p:nvPr>
            <p:ph type="title"/>
          </p:nvPr>
        </p:nvSpPr>
        <p:spPr>
          <a:xfrm>
            <a:off x="947880" y="836640"/>
            <a:ext cx="8195400" cy="131076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252" name="PlaceHolder 5"/>
          <p:cNvSpPr>
            <a:spLocks noGrp="1"/>
          </p:cNvSpPr>
          <p:nvPr>
            <p:ph type="body"/>
          </p:nvPr>
        </p:nvSpPr>
        <p:spPr>
          <a:xfrm>
            <a:off x="947880" y="2529000"/>
            <a:ext cx="4558680" cy="257724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253" name="PlaceHolder 6"/>
          <p:cNvSpPr>
            <a:spLocks noGrp="1"/>
          </p:cNvSpPr>
          <p:nvPr>
            <p:ph type="body"/>
          </p:nvPr>
        </p:nvSpPr>
        <p:spPr>
          <a:xfrm>
            <a:off x="6089040" y="2529000"/>
            <a:ext cx="4558680" cy="257724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Default 18">
    <p:bg>
      <p:bgPr>
        <a:solidFill>
          <a:srgbClr val="BFBFBF"/>
        </a:solidFill>
        <a:effectLst/>
      </p:bgPr>
    </p:bg>
    <p:spTree>
      <p:nvGrpSpPr>
        <p:cNvPr id="1" name=""/>
        <p:cNvGrpSpPr/>
        <p:nvPr/>
      </p:nvGrpSpPr>
      <p:grpSpPr>
        <a:xfrm>
          <a:off x="0" y="0"/>
          <a:ext cx="0" cy="0"/>
          <a:chOff x="0" y="0"/>
          <a:chExt cx="0" cy="0"/>
        </a:xfrm>
      </p:grpSpPr>
      <p:pic>
        <p:nvPicPr>
          <p:cNvPr id="254" name="Bildobjekt 7"/>
          <p:cNvPicPr/>
          <p:nvPr/>
        </p:nvPicPr>
        <p:blipFill>
          <a:blip r:embed="rId2"/>
          <a:stretch/>
        </p:blipFill>
        <p:spPr>
          <a:xfrm>
            <a:off x="10838160" y="5633280"/>
            <a:ext cx="837720" cy="796320"/>
          </a:xfrm>
          <a:prstGeom prst="rect">
            <a:avLst/>
          </a:prstGeom>
          <a:noFill/>
          <a:ln w="0">
            <a:noFill/>
          </a:ln>
        </p:spPr>
      </p:pic>
      <p:sp>
        <p:nvSpPr>
          <p:cNvPr id="255" name="PlaceHolder 1"/>
          <p:cNvSpPr>
            <a:spLocks noGrp="1"/>
          </p:cNvSpPr>
          <p:nvPr>
            <p:ph type="dt" idx="79"/>
          </p:nvPr>
        </p:nvSpPr>
        <p:spPr>
          <a:xfrm>
            <a:off x="600120" y="6473160"/>
            <a:ext cx="2742480" cy="9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GB" sz="700" b="0" u="none" strike="noStrike">
                <a:solidFill>
                  <a:schemeClr val="accent2"/>
                </a:solidFill>
                <a:effectLst/>
                <a:uFillTx/>
                <a:latin typeface="Work Sans"/>
              </a:defRPr>
            </a:lvl1pPr>
          </a:lstStyle>
          <a:p>
            <a:pPr indent="0" defTabSz="914400">
              <a:lnSpc>
                <a:spcPct val="100000"/>
              </a:lnSpc>
              <a:buNone/>
              <a:tabLst>
                <a:tab pos="0" algn="l"/>
              </a:tabLst>
            </a:pPr>
            <a:r>
              <a:rPr lang="en-GB" sz="700" b="0" u="none" strike="noStrike">
                <a:solidFill>
                  <a:schemeClr val="accent2"/>
                </a:solidFill>
                <a:effectLst/>
                <a:uFillTx/>
                <a:latin typeface="Work Sans"/>
              </a:rPr>
              <a:t>&lt;date/time&gt;</a:t>
            </a:r>
            <a:endParaRPr lang="en-GB" sz="700" b="0" u="none" strike="noStrike">
              <a:solidFill>
                <a:srgbClr val="000000"/>
              </a:solidFill>
              <a:effectLst/>
              <a:uFillTx/>
              <a:latin typeface="Times New Roman"/>
            </a:endParaRPr>
          </a:p>
        </p:txBody>
      </p:sp>
      <p:sp>
        <p:nvSpPr>
          <p:cNvPr id="256" name="PlaceHolder 2"/>
          <p:cNvSpPr>
            <a:spLocks noGrp="1"/>
          </p:cNvSpPr>
          <p:nvPr>
            <p:ph type="ftr" idx="80"/>
          </p:nvPr>
        </p:nvSpPr>
        <p:spPr>
          <a:xfrm>
            <a:off x="4037760" y="6470280"/>
            <a:ext cx="4114080" cy="96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GB" sz="700" b="0" u="none" strike="noStrike">
                <a:solidFill>
                  <a:schemeClr val="accent2"/>
                </a:solidFill>
                <a:effectLst/>
                <a:uFillTx/>
                <a:latin typeface="Work Sans"/>
              </a:defRPr>
            </a:lvl1pPr>
          </a:lstStyle>
          <a:p>
            <a:pPr indent="0" algn="ctr" defTabSz="914400">
              <a:lnSpc>
                <a:spcPct val="100000"/>
              </a:lnSpc>
              <a:buNone/>
              <a:tabLst>
                <a:tab pos="0" algn="l"/>
              </a:tabLst>
            </a:pPr>
            <a:r>
              <a:rPr lang="en-GB" sz="700" b="0" u="none" strike="noStrike">
                <a:solidFill>
                  <a:schemeClr val="accent2"/>
                </a:solidFill>
                <a:effectLst/>
                <a:uFillTx/>
                <a:latin typeface="Work Sans"/>
              </a:rPr>
              <a:t>&lt;footer&gt;</a:t>
            </a:r>
            <a:endParaRPr lang="en-GB" sz="700" b="0" u="none" strike="noStrike">
              <a:solidFill>
                <a:srgbClr val="000000"/>
              </a:solidFill>
              <a:effectLst/>
              <a:uFillTx/>
              <a:latin typeface="Times New Roman"/>
            </a:endParaRPr>
          </a:p>
        </p:txBody>
      </p:sp>
      <p:sp>
        <p:nvSpPr>
          <p:cNvPr id="257" name="PlaceHolder 3"/>
          <p:cNvSpPr>
            <a:spLocks noGrp="1"/>
          </p:cNvSpPr>
          <p:nvPr>
            <p:ph type="sldNum" idx="81"/>
          </p:nvPr>
        </p:nvSpPr>
        <p:spPr>
          <a:xfrm>
            <a:off x="8848800" y="6473160"/>
            <a:ext cx="2742480" cy="9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GB" sz="700" b="0" u="none" strike="noStrike">
                <a:solidFill>
                  <a:schemeClr val="accent2"/>
                </a:solidFill>
                <a:effectLst/>
                <a:uFillTx/>
                <a:latin typeface="Work Sans"/>
              </a:defRPr>
            </a:lvl1pPr>
          </a:lstStyle>
          <a:p>
            <a:pPr indent="0" algn="r" defTabSz="914400">
              <a:lnSpc>
                <a:spcPct val="100000"/>
              </a:lnSpc>
              <a:buNone/>
              <a:tabLst>
                <a:tab pos="0" algn="l"/>
              </a:tabLst>
            </a:pPr>
            <a:fld id="{94E27EF9-FDE2-4BF0-B105-3434978A9072}" type="slidenum">
              <a:rPr lang="en-GB" sz="700" b="0" u="none" strike="noStrike">
                <a:solidFill>
                  <a:schemeClr val="accent2"/>
                </a:solidFill>
                <a:effectLst/>
                <a:uFillTx/>
                <a:latin typeface="Work Sans"/>
              </a:rPr>
              <a:t>‹nr.›</a:t>
            </a:fld>
            <a:endParaRPr lang="en-GB" sz="700" b="0" u="none" strike="noStrike">
              <a:solidFill>
                <a:srgbClr val="000000"/>
              </a:solidFill>
              <a:effectLst/>
              <a:uFillTx/>
              <a:latin typeface="Times New Roman"/>
            </a:endParaRPr>
          </a:p>
        </p:txBody>
      </p:sp>
      <p:sp>
        <p:nvSpPr>
          <p:cNvPr id="258" name="PlaceHolder 4"/>
          <p:cNvSpPr>
            <a:spLocks noGrp="1"/>
          </p:cNvSpPr>
          <p:nvPr>
            <p:ph type="body"/>
          </p:nvPr>
        </p:nvSpPr>
        <p:spPr>
          <a:xfrm>
            <a:off x="947880" y="2023920"/>
            <a:ext cx="4262040" cy="376308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259" name="PlaceHolder 5"/>
          <p:cNvSpPr>
            <a:spLocks noGrp="1"/>
          </p:cNvSpPr>
          <p:nvPr>
            <p:ph type="body"/>
          </p:nvPr>
        </p:nvSpPr>
        <p:spPr>
          <a:xfrm>
            <a:off x="5519880" y="2023920"/>
            <a:ext cx="4262040" cy="376308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nl-NL" sz="1600" b="0" u="none" strike="noStrike">
                <a:solidFill>
                  <a:schemeClr val="dk1">
                    <a:lumMod val="65000"/>
                    <a:lumOff val="35000"/>
                  </a:schemeClr>
                </a:solidFill>
                <a:effectLst/>
                <a:uFillTx/>
                <a:latin typeface="Work Sans"/>
              </a:rPr>
              <a:t>Klikken om de tekststijl van het model te bewerken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nl-NL" sz="1400" b="0" u="none" strike="noStrike">
                <a:solidFill>
                  <a:schemeClr val="dk1">
                    <a:lumMod val="65000"/>
                    <a:lumOff val="35000"/>
                  </a:schemeClr>
                </a:solidFill>
                <a:effectLst/>
                <a:uFillTx/>
                <a:latin typeface="Work Sans"/>
              </a:rPr>
              <a:t>Tweede niveau</a:t>
            </a:r>
            <a:endParaRPr lang="en-GB" sz="1400" b="0" u="none" strike="noStrike">
              <a:solidFill>
                <a:srgbClr val="000000"/>
              </a:solidFill>
              <a:effectLst/>
              <a:uFillTx/>
              <a:latin typeface="Arial"/>
            </a:endParaRPr>
          </a:p>
          <a:p>
            <a:pPr marL="1143000" lvl="2" indent="-228600" defTabSz="914400">
              <a:lnSpc>
                <a:spcPct val="90000"/>
              </a:lnSpc>
              <a:spcBef>
                <a:spcPts val="499"/>
              </a:spcBef>
              <a:buClr>
                <a:srgbClr val="595959"/>
              </a:buClr>
              <a:buFont typeface="Arial"/>
              <a:buChar char="•"/>
            </a:pPr>
            <a:r>
              <a:rPr lang="nl-NL" sz="1200" b="0" u="none" strike="noStrike">
                <a:solidFill>
                  <a:schemeClr val="dk1">
                    <a:lumMod val="65000"/>
                    <a:lumOff val="35000"/>
                  </a:schemeClr>
                </a:solidFill>
                <a:effectLst/>
                <a:uFillTx/>
                <a:latin typeface="Work Sans"/>
              </a:rPr>
              <a:t>Derde niveau</a:t>
            </a:r>
            <a:endParaRPr lang="en-GB" sz="1200" b="0" u="none" strike="noStrike">
              <a:solidFill>
                <a:srgbClr val="000000"/>
              </a:solidFill>
              <a:effectLst/>
              <a:uFillTx/>
              <a:latin typeface="Arial"/>
            </a:endParaRPr>
          </a:p>
          <a:p>
            <a:pPr marL="1600200" lvl="3"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Vierde niveau</a:t>
            </a:r>
            <a:endParaRPr lang="en-GB" sz="1000" b="0" u="none" strike="noStrike">
              <a:solidFill>
                <a:srgbClr val="000000"/>
              </a:solidFill>
              <a:effectLst/>
              <a:uFillTx/>
              <a:latin typeface="Arial"/>
            </a:endParaRPr>
          </a:p>
          <a:p>
            <a:pPr marL="2057400" lvl="4" indent="-228600" defTabSz="914400">
              <a:lnSpc>
                <a:spcPct val="90000"/>
              </a:lnSpc>
              <a:spcBef>
                <a:spcPts val="499"/>
              </a:spcBef>
              <a:buClr>
                <a:srgbClr val="595959"/>
              </a:buClr>
              <a:buFont typeface="Arial"/>
              <a:buChar char="•"/>
            </a:pPr>
            <a:r>
              <a:rPr lang="nl-NL" sz="1000" b="0" u="none" strike="noStrike">
                <a:solidFill>
                  <a:schemeClr val="dk1">
                    <a:lumMod val="65000"/>
                    <a:lumOff val="35000"/>
                  </a:schemeClr>
                </a:solidFill>
                <a:effectLst/>
                <a:uFillTx/>
                <a:latin typeface="Work Sans"/>
              </a:rPr>
              <a:t>Vijfde niveau</a:t>
            </a:r>
            <a:endParaRPr lang="en-GB" sz="1000" b="0" u="none" strike="noStrike">
              <a:solidFill>
                <a:srgbClr val="000000"/>
              </a:solidFill>
              <a:effectLst/>
              <a:uFillTx/>
              <a:latin typeface="Arial"/>
            </a:endParaRPr>
          </a:p>
        </p:txBody>
      </p:sp>
      <p:sp>
        <p:nvSpPr>
          <p:cNvPr id="260" name="PlaceHolder 6"/>
          <p:cNvSpPr>
            <a:spLocks noGrp="1"/>
          </p:cNvSpPr>
          <p:nvPr>
            <p:ph type="title"/>
          </p:nvPr>
        </p:nvSpPr>
        <p:spPr>
          <a:xfrm>
            <a:off x="947880" y="836640"/>
            <a:ext cx="4262040" cy="10519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 om stijl te bewerken</a:t>
            </a:r>
            <a:endParaRPr lang="en-GB" sz="3200" b="0" u="none" strike="noStrike">
              <a:solidFill>
                <a:srgbClr val="000000"/>
              </a:solidFill>
              <a:effectLst/>
              <a:uFillTx/>
              <a:latin typeface="Arial"/>
            </a:endParaRPr>
          </a:p>
        </p:txBody>
      </p:sp>
      <p:sp>
        <p:nvSpPr>
          <p:cNvPr id="261" name="PlaceHolder 7"/>
          <p:cNvSpPr>
            <a:spLocks noGrp="1"/>
          </p:cNvSpPr>
          <p:nvPr>
            <p:ph type="body"/>
          </p:nvPr>
        </p:nvSpPr>
        <p:spPr>
          <a:xfrm>
            <a:off x="5519880" y="905760"/>
            <a:ext cx="4261680" cy="1051920"/>
          </a:xfrm>
          <a:prstGeom prst="rect">
            <a:avLst/>
          </a:prstGeom>
          <a:noFill/>
          <a:ln w="0">
            <a:noFill/>
          </a:ln>
        </p:spPr>
        <p:txBody>
          <a:bodyPr lIns="91440" tIns="45720" rIns="91440" bIns="45720" anchor="t">
            <a:noAutofit/>
          </a:bodyPr>
          <a:lstStyle/>
          <a:p>
            <a:pPr indent="0" defTabSz="914400">
              <a:lnSpc>
                <a:spcPts val="3841"/>
              </a:lnSpc>
              <a:buNone/>
              <a:tabLst>
                <a:tab pos="0" algn="l"/>
              </a:tabLst>
            </a:pPr>
            <a:r>
              <a:rPr lang="nl-NL" sz="3200" b="0" u="none" strike="noStrike">
                <a:solidFill>
                  <a:schemeClr val="dk1"/>
                </a:solidFill>
                <a:effectLst/>
                <a:uFillTx/>
                <a:latin typeface="Work Sans"/>
              </a:rPr>
              <a:t>Klikken om de tekststijl van het model te bewerken</a:t>
            </a:r>
            <a:endParaRPr lang="en-GB" sz="32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christos-c/bible-corpus" TargetMode="External"/><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hyperlink" Target="https://sourceforge.net/projects/cmusphinx/files/Acoustic%20and%20Language%20Models/German/" TargetMode="External"/><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1446840" y="3571920"/>
            <a:ext cx="9295560" cy="1653480"/>
          </a:xfrm>
          <a:prstGeom prst="rect">
            <a:avLst/>
          </a:prstGeom>
          <a:noFill/>
          <a:ln w="0">
            <a:noFill/>
          </a:ln>
        </p:spPr>
        <p:txBody>
          <a:bodyPr lIns="91440" tIns="108000" rIns="91440" bIns="45720" anchor="ctr">
            <a:noAutofit/>
          </a:bodyPr>
          <a:lstStyle/>
          <a:p>
            <a:pPr indent="0" algn="ctr" defTabSz="914400">
              <a:lnSpc>
                <a:spcPts val="3841"/>
              </a:lnSpc>
              <a:buNone/>
              <a:tabLst>
                <a:tab pos="0" algn="l"/>
              </a:tabLst>
            </a:pPr>
            <a:r>
              <a:rPr lang="en-US" sz="4800" b="0" u="none" strike="noStrike">
                <a:solidFill>
                  <a:schemeClr val="dk1"/>
                </a:solidFill>
                <a:effectLst/>
                <a:uFillTx/>
                <a:latin typeface="Work Sans"/>
              </a:rPr>
              <a:t>Machine Translation Project – Ndyuka &amp; Backtranslation</a:t>
            </a:r>
            <a:endParaRPr lang="en-GB" sz="4800" b="0" u="none" strike="noStrike">
              <a:solidFill>
                <a:srgbClr val="000000"/>
              </a:solidFill>
              <a:effectLst/>
              <a:uFillTx/>
              <a:latin typeface="Arial"/>
            </a:endParaRPr>
          </a:p>
        </p:txBody>
      </p:sp>
      <p:sp>
        <p:nvSpPr>
          <p:cNvPr id="269" name="PlaceHolder 2"/>
          <p:cNvSpPr>
            <a:spLocks noGrp="1"/>
          </p:cNvSpPr>
          <p:nvPr>
            <p:ph type="subTitle"/>
          </p:nvPr>
        </p:nvSpPr>
        <p:spPr>
          <a:xfrm>
            <a:off x="2131920" y="5388840"/>
            <a:ext cx="7925760" cy="461160"/>
          </a:xfrm>
          <a:prstGeom prst="rect">
            <a:avLst/>
          </a:prstGeom>
          <a:noFill/>
          <a:ln w="0">
            <a:noFill/>
          </a:ln>
        </p:spPr>
        <p:txBody>
          <a:bodyPr lIns="91440" tIns="45720" rIns="91440" bIns="45720" anchor="t">
            <a:noAutofit/>
          </a:bodyPr>
          <a:lstStyle/>
          <a:p>
            <a:pPr indent="0" algn="ctr" defTabSz="914400">
              <a:lnSpc>
                <a:spcPts val="2120"/>
              </a:lnSpc>
              <a:spcBef>
                <a:spcPts val="300"/>
              </a:spcBef>
              <a:buNone/>
              <a:tabLst>
                <a:tab pos="0" algn="l"/>
              </a:tabLst>
            </a:pPr>
            <a:r>
              <a:rPr lang="en-US" sz="2000" b="0" u="none" strike="noStrike">
                <a:solidFill>
                  <a:schemeClr val="dk1"/>
                </a:solidFill>
                <a:effectLst/>
                <a:uFillTx/>
                <a:latin typeface="Work Sans"/>
              </a:rPr>
              <a:t>By Group 5 – Yifan Hu, Steinar Grässel, Daan Brugmans</a:t>
            </a:r>
            <a:endParaRPr lang="en-GB" sz="20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US" sz="3200" b="0" u="none" strike="noStrike">
                <a:solidFill>
                  <a:schemeClr val="dk1"/>
                </a:solidFill>
                <a:effectLst/>
                <a:uFillTx/>
                <a:latin typeface="Work Sans"/>
              </a:rPr>
              <a:t>Project Outline</a:t>
            </a:r>
            <a:endParaRPr lang="en-GB" sz="3200" b="0" u="none" strike="noStrike">
              <a:solidFill>
                <a:srgbClr val="000000"/>
              </a:solidFill>
              <a:effectLst/>
              <a:uFillTx/>
              <a:latin typeface="Arial"/>
            </a:endParaRPr>
          </a:p>
        </p:txBody>
      </p:sp>
      <p:sp>
        <p:nvSpPr>
          <p:cNvPr id="271" name="PlaceHolder 2"/>
          <p:cNvSpPr>
            <a:spLocks noGrp="1"/>
          </p:cNvSpPr>
          <p:nvPr>
            <p:ph/>
          </p:nvPr>
        </p:nvSpPr>
        <p:spPr>
          <a:xfrm>
            <a:off x="947880" y="1776240"/>
            <a:ext cx="9472320" cy="424440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en-US" sz="1600" b="0" u="none" strike="noStrike">
                <a:solidFill>
                  <a:schemeClr val="dk1">
                    <a:lumMod val="65000"/>
                    <a:lumOff val="35000"/>
                  </a:schemeClr>
                </a:solidFill>
                <a:effectLst/>
                <a:uFillTx/>
                <a:latin typeface="Work Sans"/>
              </a:rPr>
              <a:t>Machine Translation for Ndyuka</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en-US" sz="1400" b="0" u="none" strike="noStrike">
                <a:solidFill>
                  <a:schemeClr val="dk1">
                    <a:lumMod val="65000"/>
                    <a:lumOff val="35000"/>
                  </a:schemeClr>
                </a:solidFill>
                <a:effectLst/>
                <a:uFillTx/>
                <a:latin typeface="Work Sans"/>
              </a:rPr>
              <a:t>Creole in Suriname + French Guyana</a:t>
            </a:r>
            <a:endParaRPr lang="en-GB" sz="14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US" sz="1600" b="0" u="none" strike="noStrike">
                <a:solidFill>
                  <a:schemeClr val="dk1">
                    <a:lumMod val="65000"/>
                    <a:lumOff val="35000"/>
                  </a:schemeClr>
                </a:solidFill>
                <a:effectLst/>
                <a:uFillTx/>
                <a:latin typeface="Work Sans"/>
              </a:rPr>
              <a:t>From Ndyuka to Chinese &amp; German</a:t>
            </a: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US" sz="1600" b="0" u="none" strike="noStrike">
                <a:solidFill>
                  <a:schemeClr val="dk1">
                    <a:lumMod val="65000"/>
                    <a:lumOff val="35000"/>
                  </a:schemeClr>
                </a:solidFill>
                <a:effectLst/>
                <a:uFillTx/>
                <a:latin typeface="Work Sans"/>
              </a:rPr>
              <a:t>Research focus: backtranslation</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en-US" sz="1400" b="0" u="none" strike="noStrike">
                <a:solidFill>
                  <a:schemeClr val="dk1">
                    <a:lumMod val="65000"/>
                    <a:lumOff val="35000"/>
                  </a:schemeClr>
                </a:solidFill>
                <a:effectLst/>
                <a:uFillTx/>
                <a:latin typeface="Work Sans"/>
              </a:rPr>
              <a:t>Translate from target to source to gain more sentence pairs</a:t>
            </a:r>
            <a:endParaRPr lang="en-GB" sz="14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en-US" sz="1400" b="0" u="none" strike="noStrike">
                <a:solidFill>
                  <a:schemeClr val="dk1">
                    <a:lumMod val="65000"/>
                    <a:lumOff val="35000"/>
                  </a:schemeClr>
                </a:solidFill>
                <a:effectLst/>
                <a:uFillTx/>
                <a:latin typeface="Work Sans"/>
              </a:rPr>
              <a:t>High-resource vs. Low-resource</a:t>
            </a:r>
            <a:endParaRPr lang="en-GB" sz="14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US" sz="1600" b="0" u="none" strike="noStrike">
                <a:solidFill>
                  <a:schemeClr val="dk1">
                    <a:lumMod val="65000"/>
                    <a:lumOff val="35000"/>
                  </a:schemeClr>
                </a:solidFill>
                <a:effectLst/>
                <a:uFillTx/>
                <a:latin typeface="Work Sans"/>
              </a:rPr>
              <a:t>Research question: </a:t>
            </a:r>
            <a:r>
              <a:rPr lang="en-US" sz="1400" b="0" i="1" u="none" strike="noStrike">
                <a:solidFill>
                  <a:schemeClr val="dk1">
                    <a:lumMod val="65000"/>
                    <a:lumOff val="35000"/>
                  </a:schemeClr>
                </a:solidFill>
                <a:effectLst/>
                <a:uFillTx/>
                <a:latin typeface="Work Sans"/>
              </a:rPr>
              <a:t>What is the change in performance for our Ndyuka to Chinese/German machine translation systems when backtranslated sentence pairs are added to the training data?</a:t>
            </a:r>
            <a:endParaRPr lang="en-GB" sz="14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US" sz="1600" b="0" u="none" strike="noStrike">
                <a:solidFill>
                  <a:schemeClr val="dk1">
                    <a:lumMod val="65000"/>
                    <a:lumOff val="35000"/>
                  </a:schemeClr>
                </a:solidFill>
                <a:effectLst/>
                <a:uFillTx/>
                <a:latin typeface="Work Sans"/>
              </a:rPr>
              <a:t>Three models/pipelines are considered:</a:t>
            </a:r>
            <a:endParaRPr lang="en-GB" sz="1600" b="0" u="none" strike="noStrike">
              <a:solidFill>
                <a:srgbClr val="000000"/>
              </a:solidFill>
              <a:effectLst/>
              <a:uFillTx/>
              <a:latin typeface="Arial"/>
            </a:endParaRPr>
          </a:p>
          <a:p>
            <a:pPr marL="800280" lvl="1" indent="-343080" defTabSz="914400">
              <a:lnSpc>
                <a:spcPct val="90000"/>
              </a:lnSpc>
              <a:spcBef>
                <a:spcPts val="499"/>
              </a:spcBef>
              <a:buClr>
                <a:srgbClr val="595959"/>
              </a:buClr>
              <a:buFont typeface="Calibri Light"/>
              <a:buAutoNum type="arabicPeriod"/>
            </a:pPr>
            <a:r>
              <a:rPr lang="en-US" sz="1400" b="0" u="none" strike="noStrike">
                <a:solidFill>
                  <a:schemeClr val="dk1">
                    <a:lumMod val="65000"/>
                    <a:lumOff val="35000"/>
                  </a:schemeClr>
                </a:solidFill>
                <a:effectLst/>
                <a:uFillTx/>
                <a:latin typeface="Work Sans"/>
              </a:rPr>
              <a:t>SMT for Ndyuka </a:t>
            </a:r>
            <a:r>
              <a:rPr lang="en-US" sz="1400" b="0" u="none" strike="noStrike">
                <a:solidFill>
                  <a:schemeClr val="dk1">
                    <a:lumMod val="65000"/>
                    <a:lumOff val="35000"/>
                  </a:schemeClr>
                </a:solidFill>
                <a:effectLst/>
                <a:uFillTx/>
                <a:latin typeface="Wingdings"/>
              </a:rPr>
              <a:t></a:t>
            </a:r>
            <a:r>
              <a:rPr lang="en-US" sz="1400" b="0" u="none" strike="noStrike">
                <a:solidFill>
                  <a:schemeClr val="dk1">
                    <a:lumMod val="65000"/>
                    <a:lumOff val="35000"/>
                  </a:schemeClr>
                </a:solidFill>
                <a:effectLst/>
                <a:uFillTx/>
                <a:latin typeface="Work Sans"/>
              </a:rPr>
              <a:t> Chinese</a:t>
            </a:r>
            <a:endParaRPr lang="en-GB" sz="1400" b="0" u="none" strike="noStrike">
              <a:solidFill>
                <a:srgbClr val="000000"/>
              </a:solidFill>
              <a:effectLst/>
              <a:uFillTx/>
              <a:latin typeface="Arial"/>
            </a:endParaRPr>
          </a:p>
          <a:p>
            <a:pPr marL="800280" lvl="1" indent="-343080" defTabSz="914400">
              <a:lnSpc>
                <a:spcPct val="90000"/>
              </a:lnSpc>
              <a:spcBef>
                <a:spcPts val="499"/>
              </a:spcBef>
              <a:buClr>
                <a:srgbClr val="595959"/>
              </a:buClr>
              <a:buFont typeface="Calibri Light"/>
              <a:buAutoNum type="arabicPeriod"/>
            </a:pPr>
            <a:r>
              <a:rPr lang="en-US" sz="1400" b="0" u="none" strike="noStrike">
                <a:solidFill>
                  <a:schemeClr val="dk1">
                    <a:lumMod val="65000"/>
                    <a:lumOff val="35000"/>
                  </a:schemeClr>
                </a:solidFill>
                <a:effectLst/>
                <a:uFillTx/>
                <a:latin typeface="Work Sans"/>
              </a:rPr>
              <a:t>SMT for Ndyuka </a:t>
            </a:r>
            <a:r>
              <a:rPr lang="en-US" sz="1400" b="0" u="none" strike="noStrike">
                <a:solidFill>
                  <a:schemeClr val="dk1">
                    <a:lumMod val="65000"/>
                    <a:lumOff val="35000"/>
                  </a:schemeClr>
                </a:solidFill>
                <a:effectLst/>
                <a:uFillTx/>
                <a:latin typeface="Wingdings"/>
              </a:rPr>
              <a:t></a:t>
            </a:r>
            <a:r>
              <a:rPr lang="en-US" sz="1400" b="0" u="none" strike="noStrike">
                <a:solidFill>
                  <a:schemeClr val="dk1">
                    <a:lumMod val="65000"/>
                    <a:lumOff val="35000"/>
                  </a:schemeClr>
                </a:solidFill>
                <a:effectLst/>
                <a:uFillTx/>
                <a:latin typeface="Work Sans"/>
              </a:rPr>
              <a:t> German</a:t>
            </a:r>
            <a:endParaRPr lang="en-GB" sz="1400" b="0" u="none" strike="noStrike">
              <a:solidFill>
                <a:srgbClr val="000000"/>
              </a:solidFill>
              <a:effectLst/>
              <a:uFillTx/>
              <a:latin typeface="Arial"/>
            </a:endParaRPr>
          </a:p>
          <a:p>
            <a:pPr marL="800280" lvl="1" indent="-343080" defTabSz="914400">
              <a:lnSpc>
                <a:spcPct val="90000"/>
              </a:lnSpc>
              <a:spcBef>
                <a:spcPts val="499"/>
              </a:spcBef>
              <a:buClr>
                <a:srgbClr val="595959"/>
              </a:buClr>
              <a:buFont typeface="Calibri Light"/>
              <a:buAutoNum type="arabicPeriod"/>
            </a:pPr>
            <a:r>
              <a:rPr lang="en-US" sz="1400" b="0" u="none" strike="noStrike">
                <a:solidFill>
                  <a:schemeClr val="dk1">
                    <a:lumMod val="65000"/>
                    <a:lumOff val="35000"/>
                  </a:schemeClr>
                </a:solidFill>
                <a:effectLst/>
                <a:uFillTx/>
                <a:latin typeface="Work Sans"/>
              </a:rPr>
              <a:t>NMT for Ndyuka </a:t>
            </a:r>
            <a:r>
              <a:rPr lang="en-US" sz="1400" b="0" u="none" strike="noStrike">
                <a:solidFill>
                  <a:schemeClr val="dk1">
                    <a:lumMod val="65000"/>
                    <a:lumOff val="35000"/>
                  </a:schemeClr>
                </a:solidFill>
                <a:effectLst/>
                <a:uFillTx/>
                <a:latin typeface="Wingdings"/>
              </a:rPr>
              <a:t></a:t>
            </a:r>
            <a:r>
              <a:rPr lang="en-US" sz="1400" b="0" u="none" strike="noStrike">
                <a:solidFill>
                  <a:schemeClr val="dk1">
                    <a:lumMod val="65000"/>
                    <a:lumOff val="35000"/>
                  </a:schemeClr>
                </a:solidFill>
                <a:effectLst/>
                <a:uFillTx/>
                <a:latin typeface="Work Sans"/>
              </a:rPr>
              <a:t> Chinese + German</a:t>
            </a:r>
            <a:endParaRPr lang="en-GB" sz="14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GB" sz="3200" b="0" u="none" strike="noStrike">
                <a:solidFill>
                  <a:schemeClr val="dk1"/>
                </a:solidFill>
                <a:effectLst/>
                <a:uFillTx/>
                <a:latin typeface="Work Sans"/>
                <a:ea typeface="Noto Sans CJK SC"/>
              </a:rPr>
              <a:t>SMT Ndyuka </a:t>
            </a:r>
            <a:r>
              <a:rPr lang="en-SE" sz="3200" b="0" u="none" strike="noStrike">
                <a:solidFill>
                  <a:schemeClr val="dk1"/>
                </a:solidFill>
                <a:effectLst/>
                <a:uFillTx/>
                <a:latin typeface="Work Sans"/>
                <a:ea typeface="Noto Sans CJK SC"/>
              </a:rPr>
              <a:t>→</a:t>
            </a:r>
            <a:r>
              <a:rPr lang="en-GB" sz="3200" b="0" u="none" strike="noStrike">
                <a:solidFill>
                  <a:schemeClr val="dk1"/>
                </a:solidFill>
                <a:effectLst/>
                <a:uFillTx/>
                <a:latin typeface="Work Sans"/>
              </a:rPr>
              <a:t> Chinese: Dataset</a:t>
            </a:r>
            <a:endParaRPr lang="en-GB" sz="3200" b="0" u="none" strike="noStrike">
              <a:solidFill>
                <a:srgbClr val="000000"/>
              </a:solidFill>
              <a:effectLst/>
              <a:uFillTx/>
              <a:latin typeface="Arial"/>
            </a:endParaRPr>
          </a:p>
        </p:txBody>
      </p:sp>
      <p:pic>
        <p:nvPicPr>
          <p:cNvPr id="273" name="Content Placeholder 4" descr="A screenshot of a computer&#10;&#10;Description automatically generated"/>
          <p:cNvPicPr/>
          <p:nvPr/>
        </p:nvPicPr>
        <p:blipFill>
          <a:blip r:embed="rId3"/>
          <a:stretch/>
        </p:blipFill>
        <p:spPr>
          <a:xfrm>
            <a:off x="1114200" y="2103480"/>
            <a:ext cx="9139680" cy="344268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947880" y="836640"/>
            <a:ext cx="974628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GB" sz="3200" b="0" u="none" strike="noStrike">
                <a:solidFill>
                  <a:schemeClr val="dk1"/>
                </a:solidFill>
                <a:effectLst/>
                <a:uFillTx/>
                <a:latin typeface="Work Sans"/>
                <a:ea typeface="Noto Sans CJK SC"/>
              </a:rPr>
              <a:t>SMT Ndyuka </a:t>
            </a:r>
            <a:r>
              <a:rPr lang="en-SE" sz="3200" b="0" u="none" strike="noStrike">
                <a:solidFill>
                  <a:schemeClr val="dk1"/>
                </a:solidFill>
                <a:effectLst/>
                <a:uFillTx/>
                <a:latin typeface="Work Sans"/>
                <a:ea typeface="Noto Sans CJK SC"/>
              </a:rPr>
              <a:t>→</a:t>
            </a:r>
            <a:r>
              <a:rPr lang="en-GB" sz="3200" b="0" u="none" strike="noStrike">
                <a:solidFill>
                  <a:schemeClr val="dk1"/>
                </a:solidFill>
                <a:effectLst/>
                <a:uFillTx/>
                <a:latin typeface="Work Sans"/>
              </a:rPr>
              <a:t> Chinese: Dataset </a:t>
            </a:r>
            <a:r>
              <a:rPr lang="en-US" sz="2800" b="0" u="none" strike="noStrike">
                <a:solidFill>
                  <a:schemeClr val="dk1"/>
                </a:solidFill>
                <a:effectLst/>
                <a:uFillTx/>
                <a:latin typeface="Work Sans"/>
              </a:rPr>
              <a:t>(More examples)</a:t>
            </a:r>
            <a:endParaRPr lang="en-GB" sz="2800" b="0" u="none" strike="noStrike">
              <a:solidFill>
                <a:srgbClr val="000000"/>
              </a:solidFill>
              <a:effectLst/>
              <a:uFillTx/>
              <a:latin typeface="Arial"/>
            </a:endParaRPr>
          </a:p>
        </p:txBody>
      </p:sp>
      <p:pic>
        <p:nvPicPr>
          <p:cNvPr id="275" name="Content Placeholder 6" descr="A screenshot of a computer screen&#10;&#10;Description automatically generated"/>
          <p:cNvPicPr/>
          <p:nvPr/>
        </p:nvPicPr>
        <p:blipFill>
          <a:blip r:embed="rId3"/>
          <a:stretch/>
        </p:blipFill>
        <p:spPr>
          <a:xfrm>
            <a:off x="1211760" y="2346480"/>
            <a:ext cx="9482400" cy="3466080"/>
          </a:xfrm>
          <a:prstGeom prst="rect">
            <a:avLst/>
          </a:prstGeom>
          <a:noFill/>
          <a:ln w="0">
            <a:noFill/>
          </a:ln>
        </p:spPr>
      </p:pic>
      <p:sp>
        <p:nvSpPr>
          <p:cNvPr id="276" name="Content Placeholder 2"/>
          <p:cNvSpPr/>
          <p:nvPr/>
        </p:nvSpPr>
        <p:spPr>
          <a:xfrm>
            <a:off x="947880" y="1776240"/>
            <a:ext cx="9472320" cy="1225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86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rPr>
              <a:t>Weird archaic sentences (either poor translation or religious wording?)</a:t>
            </a:r>
            <a:endParaRPr lang="en-GB" sz="1600" b="0" u="none" strike="noStrike">
              <a:solidFill>
                <a:srgbClr val="000000"/>
              </a:solidFill>
              <a:effectLst/>
              <a:uFillTx/>
              <a:latin typeface="Arial"/>
            </a:endParaRPr>
          </a:p>
        </p:txBody>
      </p:sp>
      <p:sp>
        <p:nvSpPr>
          <p:cNvPr id="277" name="Oval 9"/>
          <p:cNvSpPr/>
          <p:nvPr/>
        </p:nvSpPr>
        <p:spPr>
          <a:xfrm>
            <a:off x="1720800" y="4341960"/>
            <a:ext cx="467640" cy="36432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SE" sz="1800" b="0" u="none" strike="noStrike">
              <a:solidFill>
                <a:schemeClr val="lt1"/>
              </a:solidFill>
              <a:effectLst/>
              <a:uFillTx/>
              <a:latin typeface="Calibri"/>
            </a:endParaRPr>
          </a:p>
        </p:txBody>
      </p:sp>
      <p:sp>
        <p:nvSpPr>
          <p:cNvPr id="278" name="Oval 10"/>
          <p:cNvSpPr/>
          <p:nvPr/>
        </p:nvSpPr>
        <p:spPr>
          <a:xfrm>
            <a:off x="5205600" y="4341960"/>
            <a:ext cx="467640" cy="36432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SE" sz="1800" b="0" u="none" strike="noStrike">
              <a:solidFill>
                <a:schemeClr val="lt1"/>
              </a:solidFill>
              <a:effectLst/>
              <a:uFillTx/>
              <a:latin typeface="Calibri"/>
            </a:endParaRPr>
          </a:p>
        </p:txBody>
      </p:sp>
      <p:sp>
        <p:nvSpPr>
          <p:cNvPr id="279" name="Oval 11"/>
          <p:cNvSpPr/>
          <p:nvPr/>
        </p:nvSpPr>
        <p:spPr>
          <a:xfrm>
            <a:off x="2960280" y="5022720"/>
            <a:ext cx="467640" cy="36432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SE" sz="1800" b="0" u="none" strike="noStrike">
              <a:solidFill>
                <a:schemeClr val="lt1"/>
              </a:solidFill>
              <a:effectLst/>
              <a:uFillTx/>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GB" sz="3200" b="0" u="none" strike="noStrike">
                <a:solidFill>
                  <a:schemeClr val="dk1"/>
                </a:solidFill>
                <a:effectLst/>
                <a:uFillTx/>
                <a:latin typeface="Work Sans"/>
                <a:ea typeface="Noto Sans CJK SC"/>
              </a:rPr>
              <a:t>SMT Ndyuka </a:t>
            </a:r>
            <a:r>
              <a:rPr lang="en-SE" sz="3200" b="0" u="none" strike="noStrike">
                <a:solidFill>
                  <a:schemeClr val="dk1"/>
                </a:solidFill>
                <a:effectLst/>
                <a:uFillTx/>
                <a:latin typeface="Work Sans"/>
                <a:ea typeface="Noto Sans CJK SC"/>
              </a:rPr>
              <a:t>→</a:t>
            </a:r>
            <a:r>
              <a:rPr lang="en-GB" sz="3200" b="0" u="none" strike="noStrike">
                <a:solidFill>
                  <a:schemeClr val="dk1"/>
                </a:solidFill>
                <a:effectLst/>
                <a:uFillTx/>
                <a:latin typeface="Work Sans"/>
              </a:rPr>
              <a:t> Chinese: </a:t>
            </a:r>
            <a:r>
              <a:rPr lang="en-SE" sz="3200" b="0" u="none" strike="noStrike">
                <a:solidFill>
                  <a:schemeClr val="dk1"/>
                </a:solidFill>
                <a:effectLst/>
                <a:uFillTx/>
                <a:latin typeface="Work Sans"/>
              </a:rPr>
              <a:t>Extra data</a:t>
            </a:r>
            <a:endParaRPr lang="en-GB" sz="3200" b="0" u="none" strike="noStrike">
              <a:solidFill>
                <a:srgbClr val="000000"/>
              </a:solidFill>
              <a:effectLst/>
              <a:uFillTx/>
              <a:latin typeface="Arial"/>
            </a:endParaRPr>
          </a:p>
        </p:txBody>
      </p:sp>
      <p:sp>
        <p:nvSpPr>
          <p:cNvPr id="281" name="PlaceHolder 2"/>
          <p:cNvSpPr>
            <a:spLocks noGrp="1"/>
          </p:cNvSpPr>
          <p:nvPr>
            <p:ph/>
          </p:nvPr>
        </p:nvSpPr>
        <p:spPr>
          <a:xfrm>
            <a:off x="947880" y="1776240"/>
            <a:ext cx="9472320" cy="424440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en-GB" sz="1600" b="0" u="sng" strike="noStrike">
                <a:solidFill>
                  <a:schemeClr val="dk1">
                    <a:lumMod val="65000"/>
                    <a:lumOff val="35000"/>
                  </a:schemeClr>
                </a:solidFill>
                <a:effectLst/>
                <a:uFillTx/>
                <a:latin typeface="Work Sans"/>
                <a:hlinkClick r:id="rId3"/>
              </a:rPr>
              <a:t>https://github.com/christos-c/bible-corpus</a:t>
            </a:r>
            <a:r>
              <a:rPr lang="en-GB" sz="1600" b="0" u="none" strike="noStrike">
                <a:solidFill>
                  <a:schemeClr val="dk1">
                    <a:lumMod val="65000"/>
                    <a:lumOff val="35000"/>
                  </a:schemeClr>
                </a:solidFill>
                <a:effectLst/>
                <a:uFillTx/>
                <a:latin typeface="Work Sans"/>
              </a:rPr>
              <a:t> </a:t>
            </a: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rPr>
              <a:t>xml format in </a:t>
            </a:r>
            <a:r>
              <a:rPr lang="en-GB" sz="1600" b="1" u="none" strike="noStrike">
                <a:solidFill>
                  <a:schemeClr val="dk1">
                    <a:lumMod val="65000"/>
                    <a:lumOff val="35000"/>
                  </a:schemeClr>
                </a:solidFill>
                <a:effectLst/>
                <a:uFillTx/>
                <a:latin typeface="Work Sans"/>
              </a:rPr>
              <a:t>Traditional Chinese</a:t>
            </a: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rPr>
              <a:t>Used from n-gram LM model &amp; extra data for backtranslation</a:t>
            </a: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tabLst>
                <a:tab pos="0" algn="l"/>
              </a:tabLst>
            </a:pPr>
            <a:r>
              <a:rPr lang="en-GB" sz="1600" b="0" u="none" strike="noStrike">
                <a:solidFill>
                  <a:schemeClr val="dk1">
                    <a:lumMod val="65000"/>
                    <a:lumOff val="35000"/>
                  </a:schemeClr>
                </a:solidFill>
                <a:effectLst/>
                <a:uFillTx/>
                <a:latin typeface="Work Sans"/>
              </a:rPr>
              <a:t>But why?</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tabLst>
                <a:tab pos="0" algn="l"/>
              </a:tabLst>
            </a:pPr>
            <a:r>
              <a:rPr lang="en-GB" sz="1400" b="0" u="none" strike="noStrike">
                <a:solidFill>
                  <a:schemeClr val="dk1">
                    <a:lumMod val="65000"/>
                    <a:lumOff val="35000"/>
                  </a:schemeClr>
                </a:solidFill>
                <a:effectLst/>
                <a:uFillTx/>
                <a:latin typeface="Work Sans"/>
              </a:rPr>
              <a:t>It is relatively </a:t>
            </a:r>
            <a:r>
              <a:rPr lang="en-GB" sz="1400" b="1" u="none" strike="noStrike">
                <a:solidFill>
                  <a:schemeClr val="dk1">
                    <a:lumMod val="65000"/>
                    <a:lumOff val="35000"/>
                  </a:schemeClr>
                </a:solidFill>
                <a:effectLst/>
                <a:uFillTx/>
                <a:latin typeface="Work Sans"/>
              </a:rPr>
              <a:t>large</a:t>
            </a:r>
            <a:r>
              <a:rPr lang="en-GB" sz="1400" b="0" u="none" strike="noStrike">
                <a:solidFill>
                  <a:schemeClr val="dk1">
                    <a:lumMod val="65000"/>
                    <a:lumOff val="35000"/>
                  </a:schemeClr>
                </a:solidFill>
                <a:effectLst/>
                <a:uFillTx/>
                <a:latin typeface="Work Sans"/>
              </a:rPr>
              <a:t> -&gt; 677919 words count</a:t>
            </a:r>
            <a:endParaRPr lang="en-GB" sz="14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tabLst>
                <a:tab pos="0" algn="l"/>
              </a:tabLst>
            </a:pPr>
            <a:r>
              <a:rPr lang="en-GB" sz="1400" b="0" u="none" strike="noStrike">
                <a:solidFill>
                  <a:schemeClr val="dk1">
                    <a:lumMod val="65000"/>
                    <a:lumOff val="35000"/>
                  </a:schemeClr>
                </a:solidFill>
                <a:effectLst/>
                <a:uFillTx/>
                <a:latin typeface="Work Sans"/>
              </a:rPr>
              <a:t>It is </a:t>
            </a:r>
            <a:r>
              <a:rPr lang="en-GB" sz="1400" b="1" u="none" strike="noStrike">
                <a:solidFill>
                  <a:schemeClr val="dk1">
                    <a:lumMod val="65000"/>
                    <a:lumOff val="35000"/>
                  </a:schemeClr>
                </a:solidFill>
                <a:effectLst/>
                <a:uFillTx/>
                <a:latin typeface="Work Sans"/>
              </a:rPr>
              <a:t>from Bible</a:t>
            </a:r>
            <a:r>
              <a:rPr lang="en-GB" sz="1400" b="0" u="none" strike="noStrike">
                <a:solidFill>
                  <a:schemeClr val="dk1">
                    <a:lumMod val="65000"/>
                    <a:lumOff val="35000"/>
                  </a:schemeClr>
                </a:solidFill>
                <a:effectLst/>
                <a:uFillTx/>
                <a:latin typeface="Work Sans"/>
              </a:rPr>
              <a:t> -&gt; The original text is also from Bible</a:t>
            </a:r>
            <a:endParaRPr lang="en-GB" sz="14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tabLst>
                <a:tab pos="0" algn="l"/>
              </a:tabLst>
            </a:pPr>
            <a:r>
              <a:rPr lang="en-GB" sz="1400" b="0" u="none" strike="noStrike">
                <a:solidFill>
                  <a:schemeClr val="dk1">
                    <a:lumMod val="65000"/>
                    <a:lumOff val="35000"/>
                  </a:schemeClr>
                </a:solidFill>
                <a:effectLst/>
                <a:uFillTx/>
                <a:latin typeface="Work Sans"/>
              </a:rPr>
              <a:t>It is </a:t>
            </a:r>
            <a:r>
              <a:rPr lang="en-GB" sz="1400" b="1" u="none" strike="noStrike">
                <a:solidFill>
                  <a:schemeClr val="dk1">
                    <a:lumMod val="65000"/>
                    <a:lumOff val="35000"/>
                  </a:schemeClr>
                </a:solidFill>
                <a:effectLst/>
                <a:uFillTx/>
                <a:latin typeface="Work Sans"/>
              </a:rPr>
              <a:t>already segmented</a:t>
            </a:r>
            <a:r>
              <a:rPr lang="en-GB" sz="1400" b="0" u="none" strike="noStrike">
                <a:solidFill>
                  <a:schemeClr val="dk1">
                    <a:lumMod val="65000"/>
                    <a:lumOff val="35000"/>
                  </a:schemeClr>
                </a:solidFill>
                <a:effectLst/>
                <a:uFillTx/>
                <a:latin typeface="Work Sans"/>
              </a:rPr>
              <a:t>!!!</a:t>
            </a:r>
            <a:endParaRPr lang="en-GB" sz="1400" b="0" u="none" strike="noStrike">
              <a:solidFill>
                <a:srgbClr val="000000"/>
              </a:solidFill>
              <a:effectLst/>
              <a:uFillTx/>
              <a:latin typeface="Arial"/>
            </a:endParaRPr>
          </a:p>
        </p:txBody>
      </p:sp>
      <p:pic>
        <p:nvPicPr>
          <p:cNvPr id="282" name="Picture 4" descr="A screen shot of a computer code&#10;&#10;Description automatically generated"/>
          <p:cNvPicPr/>
          <p:nvPr/>
        </p:nvPicPr>
        <p:blipFill>
          <a:blip r:embed="rId4"/>
          <a:stretch/>
        </p:blipFill>
        <p:spPr>
          <a:xfrm>
            <a:off x="4001760" y="4237920"/>
            <a:ext cx="5883480" cy="178308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GB" sz="3200" b="0" u="none" strike="noStrike">
                <a:solidFill>
                  <a:schemeClr val="dk1"/>
                </a:solidFill>
                <a:effectLst/>
                <a:uFillTx/>
                <a:latin typeface="Work Sans"/>
                <a:ea typeface="Noto Sans CJK SC"/>
              </a:rPr>
              <a:t>SMT Ndyuka </a:t>
            </a:r>
            <a:r>
              <a:rPr lang="en-SE" sz="3200" b="0" u="none" strike="noStrike">
                <a:solidFill>
                  <a:schemeClr val="dk1"/>
                </a:solidFill>
                <a:effectLst/>
                <a:uFillTx/>
                <a:latin typeface="Work Sans"/>
                <a:ea typeface="Noto Sans CJK SC"/>
              </a:rPr>
              <a:t>→</a:t>
            </a:r>
            <a:r>
              <a:rPr lang="en-GB" sz="3200" b="0" u="none" strike="noStrike">
                <a:solidFill>
                  <a:schemeClr val="dk1"/>
                </a:solidFill>
                <a:effectLst/>
                <a:uFillTx/>
                <a:latin typeface="Work Sans"/>
              </a:rPr>
              <a:t> Chinese: </a:t>
            </a:r>
            <a:r>
              <a:rPr lang="en-SE" sz="3200" b="0" u="none" strike="noStrike">
                <a:solidFill>
                  <a:schemeClr val="dk1"/>
                </a:solidFill>
                <a:effectLst/>
                <a:uFillTx/>
                <a:latin typeface="Work Sans"/>
              </a:rPr>
              <a:t>Pipeline</a:t>
            </a:r>
            <a:endParaRPr lang="en-GB" sz="3200" b="0" u="none" strike="noStrike">
              <a:solidFill>
                <a:srgbClr val="000000"/>
              </a:solidFill>
              <a:effectLst/>
              <a:uFillTx/>
              <a:latin typeface="Arial"/>
            </a:endParaRPr>
          </a:p>
        </p:txBody>
      </p:sp>
      <p:pic>
        <p:nvPicPr>
          <p:cNvPr id="284" name="Picture 96" descr="A diagram of a software company&#10;&#10;Description automatically generated with medium confidence"/>
          <p:cNvPicPr/>
          <p:nvPr/>
        </p:nvPicPr>
        <p:blipFill>
          <a:blip r:embed="rId3"/>
          <a:stretch/>
        </p:blipFill>
        <p:spPr>
          <a:xfrm>
            <a:off x="1497960" y="2001600"/>
            <a:ext cx="6708600" cy="401904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GB" sz="3200" b="0" u="none" strike="noStrike">
                <a:solidFill>
                  <a:schemeClr val="dk1"/>
                </a:solidFill>
                <a:effectLst/>
                <a:uFillTx/>
                <a:latin typeface="Work Sans"/>
                <a:ea typeface="Noto Sans CJK SC"/>
              </a:rPr>
              <a:t>SMT Ndyuka </a:t>
            </a:r>
            <a:r>
              <a:rPr lang="en-SE" sz="3200" b="0" u="none" strike="noStrike">
                <a:solidFill>
                  <a:schemeClr val="dk1"/>
                </a:solidFill>
                <a:effectLst/>
                <a:uFillTx/>
                <a:latin typeface="Work Sans"/>
                <a:ea typeface="Noto Sans CJK SC"/>
              </a:rPr>
              <a:t>→</a:t>
            </a:r>
            <a:r>
              <a:rPr lang="en-GB" sz="3200" b="0" u="none" strike="noStrike">
                <a:solidFill>
                  <a:schemeClr val="dk1"/>
                </a:solidFill>
                <a:effectLst/>
                <a:uFillTx/>
                <a:latin typeface="Work Sans"/>
              </a:rPr>
              <a:t> Chinese: </a:t>
            </a:r>
            <a:r>
              <a:rPr lang="en-SE" sz="3200" b="0" u="none" strike="noStrike">
                <a:solidFill>
                  <a:schemeClr val="dk1"/>
                </a:solidFill>
                <a:effectLst/>
                <a:uFillTx/>
                <a:latin typeface="Work Sans"/>
              </a:rPr>
              <a:t>Pipeline</a:t>
            </a:r>
            <a:endParaRPr lang="en-GB" sz="3200" b="0" u="none" strike="noStrike">
              <a:solidFill>
                <a:srgbClr val="000000"/>
              </a:solidFill>
              <a:effectLst/>
              <a:uFillTx/>
              <a:latin typeface="Arial"/>
            </a:endParaRPr>
          </a:p>
        </p:txBody>
      </p:sp>
      <p:pic>
        <p:nvPicPr>
          <p:cNvPr id="286" name="Picture 3" descr="A diagram of a data flow&#10;&#10;Description automatically generated"/>
          <p:cNvPicPr/>
          <p:nvPr/>
        </p:nvPicPr>
        <p:blipFill>
          <a:blip r:embed="rId3"/>
          <a:stretch/>
        </p:blipFill>
        <p:spPr>
          <a:xfrm>
            <a:off x="1398240" y="1776240"/>
            <a:ext cx="5361840" cy="4763160"/>
          </a:xfrm>
          <a:prstGeom prst="rect">
            <a:avLst/>
          </a:prstGeom>
          <a:noFill/>
          <a:ln w="0">
            <a:noFill/>
          </a:ln>
        </p:spPr>
      </p:pic>
      <p:sp>
        <p:nvSpPr>
          <p:cNvPr id="287" name="PlaceHolder 2"/>
          <p:cNvSpPr>
            <a:spLocks noGrp="1"/>
          </p:cNvSpPr>
          <p:nvPr>
            <p:ph/>
          </p:nvPr>
        </p:nvSpPr>
        <p:spPr>
          <a:xfrm>
            <a:off x="7385760" y="1776240"/>
            <a:ext cx="3407400" cy="424440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rPr>
              <a:t>This is the pipeline for creating data for backtranslation</a:t>
            </a: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GB" sz="1600" b="0" u="none" strike="noStrike">
                <a:solidFill>
                  <a:schemeClr val="dk1">
                    <a:lumMod val="65000"/>
                    <a:lumOff val="35000"/>
                  </a:schemeClr>
                </a:solidFill>
                <a:effectLst/>
                <a:uFillTx/>
                <a:latin typeface="Work Sans"/>
              </a:rPr>
              <a:t>The new Chinese and Ndyuka data will then go through the same process as the previous one</a:t>
            </a:r>
            <a:endParaRPr lang="en-GB" sz="16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GB" sz="3200" b="0" u="none" strike="noStrike">
                <a:solidFill>
                  <a:schemeClr val="dk1"/>
                </a:solidFill>
                <a:effectLst/>
                <a:uFillTx/>
                <a:latin typeface="Work Sans"/>
                <a:ea typeface="Noto Sans CJK SC"/>
              </a:rPr>
              <a:t>SMT Ndyuka </a:t>
            </a:r>
            <a:r>
              <a:rPr lang="en-SE" sz="3200" b="0" u="none" strike="noStrike">
                <a:solidFill>
                  <a:schemeClr val="dk1"/>
                </a:solidFill>
                <a:effectLst/>
                <a:uFillTx/>
                <a:latin typeface="Work Sans"/>
                <a:ea typeface="Noto Sans CJK SC"/>
              </a:rPr>
              <a:t>→</a:t>
            </a:r>
            <a:r>
              <a:rPr lang="en-GB" sz="3200" b="0" u="none" strike="noStrike">
                <a:solidFill>
                  <a:schemeClr val="dk1"/>
                </a:solidFill>
                <a:effectLst/>
                <a:uFillTx/>
                <a:latin typeface="Work Sans"/>
              </a:rPr>
              <a:t> Chinese: </a:t>
            </a:r>
            <a:r>
              <a:rPr lang="en-SE" sz="3200" b="0" u="none" strike="noStrike">
                <a:solidFill>
                  <a:schemeClr val="dk1"/>
                </a:solidFill>
                <a:effectLst/>
                <a:uFillTx/>
                <a:latin typeface="Work Sans"/>
              </a:rPr>
              <a:t>Result</a:t>
            </a:r>
            <a:endParaRPr lang="en-GB" sz="3200" b="0" u="none" strike="noStrike">
              <a:solidFill>
                <a:srgbClr val="000000"/>
              </a:solidFill>
              <a:effectLst/>
              <a:uFillTx/>
              <a:latin typeface="Arial"/>
            </a:endParaRPr>
          </a:p>
        </p:txBody>
      </p:sp>
      <p:sp>
        <p:nvSpPr>
          <p:cNvPr id="289" name="PlaceHolder 2"/>
          <p:cNvSpPr>
            <a:spLocks noGrp="1"/>
          </p:cNvSpPr>
          <p:nvPr>
            <p:ph/>
          </p:nvPr>
        </p:nvSpPr>
        <p:spPr>
          <a:xfrm>
            <a:off x="947880" y="1776240"/>
            <a:ext cx="9472320" cy="394848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en-SE" sz="1600" b="0" u="none" strike="noStrike">
                <a:solidFill>
                  <a:schemeClr val="dk1">
                    <a:lumMod val="65000"/>
                    <a:lumOff val="35000"/>
                  </a:schemeClr>
                </a:solidFill>
                <a:effectLst/>
                <a:uFillTx/>
                <a:latin typeface="Work Sans"/>
              </a:rPr>
              <a:t>Baseline: cleaned + tuning (BLEU 2.17)</a:t>
            </a: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SE" sz="1600" b="0" u="none" strike="noStrike">
                <a:solidFill>
                  <a:schemeClr val="dk1">
                    <a:lumMod val="65000"/>
                    <a:lumOff val="35000"/>
                  </a:schemeClr>
                </a:solidFill>
                <a:effectLst/>
                <a:uFillTx/>
                <a:latin typeface="Work Sans"/>
              </a:rPr>
              <a:t>Cleaning itself might not so helpful in this case (1.98 vs. 1.93)</a:t>
            </a: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SE" sz="1600" b="0" u="none" strike="noStrike">
                <a:solidFill>
                  <a:schemeClr val="dk1">
                    <a:lumMod val="65000"/>
                    <a:lumOff val="35000"/>
                  </a:schemeClr>
                </a:solidFill>
                <a:effectLst/>
                <a:uFillTx/>
                <a:latin typeface="Work Sans"/>
              </a:rPr>
              <a:t>Segmentation does matter </a:t>
            </a:r>
            <a:endParaRPr lang="en-GB" sz="1600" b="0" u="none" strike="noStrike">
              <a:solidFill>
                <a:srgbClr val="000000"/>
              </a:solidFill>
              <a:effectLst/>
              <a:uFillTx/>
              <a:latin typeface="Arial"/>
            </a:endParaRPr>
          </a:p>
          <a:p>
            <a:pPr marL="457200" indent="0" defTabSz="914400">
              <a:lnSpc>
                <a:spcPct val="90000"/>
              </a:lnSpc>
              <a:spcBef>
                <a:spcPts val="499"/>
              </a:spcBef>
              <a:buNone/>
              <a:tabLst>
                <a:tab pos="0" algn="l"/>
              </a:tabLst>
            </a:pPr>
            <a:r>
              <a:rPr lang="en-GB" sz="1400" b="0" u="none" strike="noStrike">
                <a:solidFill>
                  <a:schemeClr val="dk1">
                    <a:lumMod val="65000"/>
                    <a:lumOff val="35000"/>
                  </a:schemeClr>
                </a:solidFill>
                <a:effectLst/>
                <a:uFillTx/>
                <a:latin typeface="Consolas"/>
              </a:rPr>
              <a:t>$ multi-bleu.perl ../../corpora/zho-djk/might_better_seg/test.tk.zho &lt; test.out.zho </a:t>
            </a:r>
            <a:endParaRPr lang="en-GB" sz="1400" b="0" u="none" strike="noStrike">
              <a:solidFill>
                <a:srgbClr val="000000"/>
              </a:solidFill>
              <a:effectLst/>
              <a:uFillTx/>
              <a:latin typeface="Arial"/>
            </a:endParaRPr>
          </a:p>
          <a:p>
            <a:pPr marL="457200" indent="0" defTabSz="914400">
              <a:lnSpc>
                <a:spcPct val="90000"/>
              </a:lnSpc>
              <a:spcBef>
                <a:spcPts val="499"/>
              </a:spcBef>
              <a:buNone/>
              <a:tabLst>
                <a:tab pos="0" algn="l"/>
              </a:tabLst>
            </a:pPr>
            <a:r>
              <a:rPr lang="en-GB" sz="1400" b="0" u="none" strike="noStrike">
                <a:solidFill>
                  <a:schemeClr val="dk1">
                    <a:lumMod val="65000"/>
                    <a:lumOff val="35000"/>
                  </a:schemeClr>
                </a:solidFill>
                <a:effectLst/>
                <a:uFillTx/>
                <a:latin typeface="Consolas"/>
              </a:rPr>
              <a:t>  BLEU = 0.89,  13.4/2.0/0.4/0.1 (BP=1.000, ratio=2.545, hyp_len=10766, ref_len=4231)</a:t>
            </a:r>
            <a:endParaRPr lang="en-GB" sz="1400" b="0" u="none" strike="noStrike">
              <a:solidFill>
                <a:srgbClr val="000000"/>
              </a:solidFill>
              <a:effectLst/>
              <a:uFillTx/>
              <a:latin typeface="Arial"/>
            </a:endParaRPr>
          </a:p>
          <a:p>
            <a:pPr marL="457200" indent="0" defTabSz="914400">
              <a:lnSpc>
                <a:spcPct val="90000"/>
              </a:lnSpc>
              <a:spcBef>
                <a:spcPts val="499"/>
              </a:spcBef>
              <a:buNone/>
              <a:tabLst>
                <a:tab pos="0" algn="l"/>
              </a:tabLst>
            </a:pPr>
            <a:endParaRPr lang="en-GB" sz="14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tabLst>
                <a:tab pos="0" algn="l"/>
              </a:tabLst>
            </a:pPr>
            <a:r>
              <a:rPr lang="en-SE" sz="1600" b="0" u="none" strike="noStrike">
                <a:solidFill>
                  <a:schemeClr val="dk1">
                    <a:lumMod val="65000"/>
                    <a:lumOff val="35000"/>
                  </a:schemeClr>
                </a:solidFill>
                <a:effectLst/>
                <a:uFillTx/>
                <a:latin typeface="Work Sans"/>
              </a:rPr>
              <a:t>Back translation (cleaned + tuning): BLEU 2.45</a:t>
            </a: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GB" sz="3200" b="0" u="none" strike="noStrike">
                <a:solidFill>
                  <a:schemeClr val="dk1"/>
                </a:solidFill>
                <a:effectLst/>
                <a:uFillTx/>
                <a:latin typeface="Work Sans"/>
                <a:ea typeface="Noto Sans CJK SC"/>
              </a:rPr>
              <a:t>SMT Ndyuka </a:t>
            </a:r>
            <a:r>
              <a:rPr lang="en-SE" sz="3200" b="0" u="none" strike="noStrike">
                <a:solidFill>
                  <a:schemeClr val="dk1"/>
                </a:solidFill>
                <a:effectLst/>
                <a:uFillTx/>
                <a:latin typeface="Work Sans"/>
                <a:ea typeface="Noto Sans CJK SC"/>
              </a:rPr>
              <a:t>→</a:t>
            </a:r>
            <a:r>
              <a:rPr lang="en-GB" sz="3200" b="0" u="none" strike="noStrike">
                <a:solidFill>
                  <a:schemeClr val="dk1"/>
                </a:solidFill>
                <a:effectLst/>
                <a:uFillTx/>
                <a:latin typeface="Work Sans"/>
              </a:rPr>
              <a:t> Chinese: </a:t>
            </a:r>
            <a:r>
              <a:rPr lang="en-SE" sz="2400" b="0" u="none" strike="noStrike">
                <a:solidFill>
                  <a:schemeClr val="dk1"/>
                </a:solidFill>
                <a:effectLst/>
                <a:uFillTx/>
                <a:latin typeface="Work Sans"/>
              </a:rPr>
              <a:t>Does it work (for Chinese)?</a:t>
            </a:r>
            <a:endParaRPr lang="en-GB" sz="2400" b="0" u="none" strike="noStrike">
              <a:solidFill>
                <a:srgbClr val="000000"/>
              </a:solidFill>
              <a:effectLst/>
              <a:uFillTx/>
              <a:latin typeface="Arial"/>
            </a:endParaRPr>
          </a:p>
        </p:txBody>
      </p:sp>
      <p:sp>
        <p:nvSpPr>
          <p:cNvPr id="291" name="PlaceHolder 2"/>
          <p:cNvSpPr>
            <a:spLocks noGrp="1"/>
          </p:cNvSpPr>
          <p:nvPr>
            <p:ph/>
          </p:nvPr>
        </p:nvSpPr>
        <p:spPr>
          <a:xfrm>
            <a:off x="947880" y="1776240"/>
            <a:ext cx="9472320" cy="394848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en-SE" sz="1600" b="0" u="none" strike="noStrike">
                <a:solidFill>
                  <a:schemeClr val="dk1">
                    <a:lumMod val="65000"/>
                    <a:lumOff val="35000"/>
                  </a:schemeClr>
                </a:solidFill>
                <a:effectLst/>
                <a:uFillTx/>
                <a:latin typeface="Work Sans"/>
              </a:rPr>
              <a:t>Maybe </a:t>
            </a: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SE" sz="1600" b="0" u="none" strike="noStrike">
                <a:solidFill>
                  <a:schemeClr val="dk1">
                    <a:lumMod val="65000"/>
                    <a:lumOff val="35000"/>
                  </a:schemeClr>
                </a:solidFill>
                <a:effectLst/>
                <a:uFillTx/>
                <a:latin typeface="Work Sans"/>
              </a:rPr>
              <a:t>Improvement about 0.3, but with 31k of extra sentence, taking the whole weekend (8h for zhs to eng on UPPMAX with GPU, plus some other hours to train and test </a:t>
            </a: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tabLst>
                <a:tab pos="0" algn="l"/>
              </a:tabLst>
            </a:pPr>
            <a:r>
              <a:rPr lang="en-SE" sz="1600" b="0" u="none" strike="noStrike">
                <a:solidFill>
                  <a:schemeClr val="dk1">
                    <a:lumMod val="65000"/>
                    <a:lumOff val="35000"/>
                  </a:schemeClr>
                </a:solidFill>
                <a:effectLst/>
                <a:uFillTx/>
                <a:latin typeface="Work Sans"/>
              </a:rPr>
              <a:t>Am I good at doing translation?</a:t>
            </a: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tabLst>
                <a:tab pos="0" algn="l"/>
              </a:tabLst>
            </a:pPr>
            <a:r>
              <a:rPr lang="en-SE" sz="1600" b="0" u="none" strike="noStrike">
                <a:solidFill>
                  <a:schemeClr val="dk1">
                    <a:lumMod val="65000"/>
                    <a:lumOff val="35000"/>
                  </a:schemeClr>
                </a:solidFill>
                <a:effectLst/>
                <a:uFillTx/>
                <a:latin typeface="Work Sans"/>
              </a:rPr>
              <a:t>Will the quality of original data affact? </a:t>
            </a:r>
            <a:endParaRPr lang="en-GB" sz="1600" b="0" u="none" strike="noStrike">
              <a:solidFill>
                <a:srgbClr val="000000"/>
              </a:solidFill>
              <a:effectLst/>
              <a:uFillTx/>
              <a:latin typeface="Arial"/>
            </a:endParaRPr>
          </a:p>
          <a:p>
            <a:pPr marL="457200" indent="0" defTabSz="914400">
              <a:lnSpc>
                <a:spcPct val="90000"/>
              </a:lnSpc>
              <a:spcBef>
                <a:spcPts val="499"/>
              </a:spcBef>
              <a:buNone/>
              <a:tabLst>
                <a:tab pos="0" algn="l"/>
              </a:tabLst>
            </a:pPr>
            <a:r>
              <a:rPr lang="en-SE" sz="1400" b="0" u="none" strike="noStrike">
                <a:solidFill>
                  <a:schemeClr val="dk1">
                    <a:lumMod val="65000"/>
                    <a:lumOff val="35000"/>
                  </a:schemeClr>
                </a:solidFill>
                <a:effectLst/>
                <a:uFillTx/>
                <a:latin typeface="Work Sans"/>
              </a:rPr>
              <a:t>(as we still need segmentation for traditional method)</a:t>
            </a:r>
            <a:endParaRPr lang="en-GB" sz="14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tabLst>
                <a:tab pos="0" algn="l"/>
              </a:tabLst>
            </a:pPr>
            <a:r>
              <a:rPr lang="en-SE" sz="1600" b="0" u="none" strike="noStrike">
                <a:solidFill>
                  <a:schemeClr val="dk1">
                    <a:lumMod val="65000"/>
                    <a:lumOff val="35000"/>
                  </a:schemeClr>
                </a:solidFill>
                <a:effectLst/>
                <a:uFillTx/>
                <a:latin typeface="Work Sans"/>
              </a:rPr>
              <a:t>If segementation matters, can we get rid of it? -&gt; alignment issue</a:t>
            </a: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tabLst>
                <a:tab pos="0" algn="l"/>
              </a:tabLst>
            </a:pPr>
            <a:r>
              <a:rPr lang="en-SE" sz="1600" b="0" u="none" strike="noStrike">
                <a:solidFill>
                  <a:schemeClr val="dk1">
                    <a:lumMod val="65000"/>
                    <a:lumOff val="35000"/>
                  </a:schemeClr>
                </a:solidFill>
                <a:effectLst/>
                <a:uFillTx/>
                <a:latin typeface="Work Sans"/>
              </a:rPr>
              <a:t>Is BLEU score reliable? </a:t>
            </a: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tabLst>
                <a:tab pos="0" algn="l"/>
              </a:tabLst>
            </a:pPr>
            <a:r>
              <a:rPr lang="en-SE" sz="1600" b="0" u="none" strike="noStrike">
                <a:solidFill>
                  <a:schemeClr val="dk1">
                    <a:lumMod val="65000"/>
                    <a:lumOff val="35000"/>
                  </a:schemeClr>
                </a:solidFill>
                <a:effectLst/>
                <a:uFillTx/>
                <a:latin typeface="Work Sans"/>
              </a:rPr>
              <a:t>Is the processing correct?</a:t>
            </a:r>
            <a:endParaRPr lang="en-GB" sz="1600" b="0" u="none" strike="noStrike">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tabLst>
                <a:tab pos="0" algn="l"/>
              </a:tabLst>
            </a:pPr>
            <a:r>
              <a:rPr lang="en-GB" sz="1400" b="0" u="none" strike="noStrike">
                <a:solidFill>
                  <a:schemeClr val="dk1">
                    <a:lumMod val="65000"/>
                    <a:lumOff val="35000"/>
                  </a:schemeClr>
                </a:solidFill>
                <a:effectLst/>
                <a:uFillTx/>
                <a:latin typeface="Work Sans"/>
              </a:rPr>
              <a:t>S</a:t>
            </a:r>
            <a:r>
              <a:rPr lang="en-SE" sz="1400" b="0" u="none" strike="noStrike">
                <a:solidFill>
                  <a:schemeClr val="dk1">
                    <a:lumMod val="65000"/>
                    <a:lumOff val="35000"/>
                  </a:schemeClr>
                </a:solidFill>
                <a:effectLst/>
                <a:uFillTx/>
                <a:latin typeface="Work Sans"/>
              </a:rPr>
              <a:t>ame data, same commands, eng to djk scored only 0.61, but </a:t>
            </a:r>
            <a:r>
              <a:rPr lang="en-SE" sz="1400" b="1" u="none" strike="noStrike">
                <a:solidFill>
                  <a:schemeClr val="dk1">
                    <a:lumMod val="65000"/>
                    <a:lumOff val="35000"/>
                  </a:schemeClr>
                </a:solidFill>
                <a:effectLst/>
                <a:uFillTx/>
                <a:latin typeface="Work Sans"/>
              </a:rPr>
              <a:t>djk to eng got above 10</a:t>
            </a:r>
            <a:endParaRPr lang="en-GB" sz="14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a:p>
            <a:pPr marL="228600" indent="-228600" defTabSz="914400">
              <a:lnSpc>
                <a:spcPts val="2120"/>
              </a:lnSpc>
              <a:spcBef>
                <a:spcPts val="300"/>
              </a:spcBef>
              <a:buClr>
                <a:srgbClr val="595959"/>
              </a:buClr>
              <a:buFont typeface="Arial"/>
              <a:buChar char="•"/>
              <a:tabLst>
                <a:tab pos="0" algn="l"/>
              </a:tabLst>
            </a:pPr>
            <a:r>
              <a:rPr lang="en-SE" sz="1600" b="0" u="none" strike="noStrike">
                <a:solidFill>
                  <a:schemeClr val="dk1">
                    <a:lumMod val="65000"/>
                    <a:lumOff val="35000"/>
                  </a:schemeClr>
                </a:solidFill>
                <a:effectLst/>
                <a:uFillTx/>
                <a:latin typeface="Work Sans"/>
              </a:rPr>
              <a:t>Garbage in, garbage out </a:t>
            </a: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p:txBody>
      </p:sp>
      <p:pic>
        <p:nvPicPr>
          <p:cNvPr id="292" name="Picture 4" descr="A black and white text&#10;&#10;Description automatically generated"/>
          <p:cNvPicPr/>
          <p:nvPr/>
        </p:nvPicPr>
        <p:blipFill>
          <a:blip r:embed="rId3"/>
          <a:stretch/>
        </p:blipFill>
        <p:spPr>
          <a:xfrm>
            <a:off x="7032240" y="2682360"/>
            <a:ext cx="4330080" cy="583560"/>
          </a:xfrm>
          <a:prstGeom prst="rect">
            <a:avLst/>
          </a:prstGeom>
          <a:noFill/>
          <a:ln w="0">
            <a:noFill/>
          </a:ln>
        </p:spPr>
      </p:pic>
      <p:sp>
        <p:nvSpPr>
          <p:cNvPr id="293" name="TextBox 6"/>
          <p:cNvSpPr/>
          <p:nvPr/>
        </p:nvSpPr>
        <p:spPr>
          <a:xfrm>
            <a:off x="9078840" y="4557240"/>
            <a:ext cx="506160" cy="368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SE" sz="1800" b="0" u="none" strike="noStrike">
                <a:solidFill>
                  <a:schemeClr val="dk1"/>
                </a:solidFill>
                <a:effectLst/>
                <a:uFillTx/>
                <a:latin typeface="Calibri"/>
              </a:rPr>
              <a:t>???</a:t>
            </a:r>
            <a:endParaRPr lang="en-GB" sz="1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GB" sz="3200" b="0" u="none" strike="noStrike" dirty="0">
                <a:solidFill>
                  <a:schemeClr val="dk1"/>
                </a:solidFill>
                <a:effectLst/>
                <a:uFillTx/>
                <a:latin typeface="Work Sans"/>
                <a:ea typeface="Noto Sans CJK SC"/>
              </a:rPr>
              <a:t>SMT Ndyuka </a:t>
            </a:r>
            <a:r>
              <a:rPr lang="en-SE" sz="3200" b="0" u="none" strike="noStrike" dirty="0">
                <a:solidFill>
                  <a:srgbClr val="000000"/>
                </a:solidFill>
                <a:effectLst/>
                <a:uFillTx/>
                <a:latin typeface="Work Sans"/>
                <a:ea typeface="Noto Sans CJK SC"/>
              </a:rPr>
              <a:t>→</a:t>
            </a:r>
            <a:r>
              <a:rPr lang="en-GB" sz="3200" b="0" u="none" strike="noStrike" dirty="0">
                <a:solidFill>
                  <a:schemeClr val="dk1"/>
                </a:solidFill>
                <a:effectLst/>
                <a:uFillTx/>
                <a:latin typeface="Work Sans"/>
              </a:rPr>
              <a:t> German</a:t>
            </a:r>
            <a:endParaRPr lang="en-GB" sz="3200" b="0" u="none" strike="noStrike" dirty="0">
              <a:solidFill>
                <a:srgbClr val="000000"/>
              </a:solidFill>
              <a:effectLst/>
              <a:uFillTx/>
              <a:latin typeface="Arial"/>
            </a:endParaRPr>
          </a:p>
        </p:txBody>
      </p:sp>
      <p:sp>
        <p:nvSpPr>
          <p:cNvPr id="295" name="PlaceHolder 2"/>
          <p:cNvSpPr>
            <a:spLocks noGrp="1"/>
          </p:cNvSpPr>
          <p:nvPr>
            <p:ph/>
          </p:nvPr>
        </p:nvSpPr>
        <p:spPr>
          <a:xfrm>
            <a:off x="947880" y="1776240"/>
            <a:ext cx="9472320" cy="3948480"/>
          </a:xfrm>
          <a:prstGeom prst="rect">
            <a:avLst/>
          </a:prstGeom>
          <a:noFill/>
          <a:ln w="0">
            <a:noFill/>
          </a:ln>
        </p:spPr>
        <p:txBody>
          <a:bodyPr lIns="91440" tIns="45720" rIns="91440" bIns="45720" anchor="t">
            <a:noAutofit/>
          </a:bodyPr>
          <a:lstStyle/>
          <a:p>
            <a:pPr marL="228600" indent="-228600" defTabSz="914400">
              <a:lnSpc>
                <a:spcPts val="3841"/>
              </a:lnSpc>
              <a:spcBef>
                <a:spcPts val="1191"/>
              </a:spcBef>
              <a:spcAft>
                <a:spcPts val="992"/>
              </a:spcAft>
              <a:buClr>
                <a:srgbClr val="595959"/>
              </a:buClr>
              <a:buFont typeface="Arial"/>
              <a:buChar char="•"/>
            </a:pPr>
            <a:r>
              <a:rPr lang="en-SE" sz="1600" b="0" u="none" strike="noStrike">
                <a:solidFill>
                  <a:schemeClr val="dk1">
                    <a:lumMod val="65000"/>
                    <a:lumOff val="35000"/>
                  </a:schemeClr>
                </a:solidFill>
                <a:effectLst/>
                <a:uFillTx/>
                <a:latin typeface="Work Sans"/>
                <a:ea typeface="Noto Sans CJK SC"/>
              </a:rPr>
              <a:t>Pipeline essentially analogous to Ndyuka → Chinese</a:t>
            </a:r>
            <a:endParaRPr lang="en-GB" sz="1600" b="0" u="none" strike="noStrike">
              <a:solidFill>
                <a:srgbClr val="000000"/>
              </a:solidFill>
              <a:effectLst/>
              <a:uFillTx/>
              <a:latin typeface="Arial"/>
            </a:endParaRPr>
          </a:p>
          <a:p>
            <a:pPr marL="228600" indent="-228600" defTabSz="914400">
              <a:lnSpc>
                <a:spcPts val="3841"/>
              </a:lnSpc>
              <a:spcBef>
                <a:spcPts val="1191"/>
              </a:spcBef>
              <a:spcAft>
                <a:spcPts val="992"/>
              </a:spcAft>
              <a:buClr>
                <a:srgbClr val="595959"/>
              </a:buClr>
              <a:buFont typeface="Arial"/>
              <a:buChar char="•"/>
            </a:pPr>
            <a:r>
              <a:rPr lang="en-SE" sz="1600" b="0" u="none" strike="noStrike">
                <a:solidFill>
                  <a:schemeClr val="dk1">
                    <a:lumMod val="65000"/>
                    <a:lumOff val="35000"/>
                  </a:schemeClr>
                </a:solidFill>
                <a:effectLst/>
                <a:uFillTx/>
                <a:latin typeface="Work Sans"/>
                <a:ea typeface="Noto Sans CJK SC"/>
              </a:rPr>
              <a:t>Baseline generated with a ready-to-use German LM (</a:t>
            </a:r>
            <a:r>
              <a:rPr lang="en-SE" sz="1600" b="0" u="sng" strike="noStrike">
                <a:solidFill>
                  <a:srgbClr val="5F5F5F"/>
                </a:solidFill>
                <a:effectLst/>
                <a:uFillTx/>
                <a:latin typeface="Work Sans"/>
                <a:ea typeface="Noto Sans CJK SC"/>
                <a:hlinkClick r:id="rId3"/>
              </a:rPr>
              <a:t>from CMU Sphinx</a:t>
            </a:r>
            <a:r>
              <a:rPr lang="en-SE" sz="1600" b="0" u="none" strike="noStrike">
                <a:solidFill>
                  <a:schemeClr val="dk1">
                    <a:lumMod val="65000"/>
                    <a:lumOff val="35000"/>
                  </a:schemeClr>
                </a:solidFill>
                <a:effectLst/>
                <a:uFillTx/>
                <a:latin typeface="Work Sans"/>
                <a:ea typeface="Noto Sans CJK SC"/>
              </a:rPr>
              <a:t>)</a:t>
            </a:r>
            <a:endParaRPr lang="en-GB" sz="16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SE" sz="1600" b="0" u="none" strike="noStrike">
                <a:solidFill>
                  <a:srgbClr val="990000"/>
                </a:solidFill>
                <a:effectLst/>
                <a:uFillTx/>
                <a:latin typeface="Work Sans"/>
                <a:ea typeface="Noto Sans CJK SC"/>
              </a:rPr>
              <a:t>BLEU: 1.19</a:t>
            </a:r>
            <a:endParaRPr lang="en-GB" sz="1600" b="0" u="none" strike="noStrike">
              <a:solidFill>
                <a:srgbClr val="000000"/>
              </a:solidFill>
              <a:effectLst/>
              <a:uFillTx/>
              <a:latin typeface="Arial"/>
            </a:endParaRPr>
          </a:p>
          <a:p>
            <a:pPr marL="228600" indent="-228600" defTabSz="914400">
              <a:lnSpc>
                <a:spcPts val="2120"/>
              </a:lnSpc>
              <a:spcBef>
                <a:spcPts val="1191"/>
              </a:spcBef>
              <a:spcAft>
                <a:spcPts val="992"/>
              </a:spcAft>
              <a:buClr>
                <a:srgbClr val="595959"/>
              </a:buClr>
              <a:buFont typeface="Arial"/>
              <a:buChar char="•"/>
            </a:pPr>
            <a:r>
              <a:rPr lang="en-SE" sz="1600" b="0" u="none" strike="noStrike">
                <a:solidFill>
                  <a:schemeClr val="dk1">
                    <a:lumMod val="65000"/>
                    <a:lumOff val="35000"/>
                  </a:schemeClr>
                </a:solidFill>
                <a:effectLst/>
                <a:uFillTx/>
                <a:latin typeface="Work Sans"/>
                <a:ea typeface="Noto Sans CJK SC"/>
              </a:rPr>
              <a:t>Backtranslation uses Nduyka LM trained with ~12k sentences from the Ndyuka ↔ English data in the Kreyol-MT dataset</a:t>
            </a:r>
            <a:endParaRPr lang="en-GB" sz="16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SE" sz="1600" b="0" u="none" strike="noStrike">
                <a:solidFill>
                  <a:schemeClr val="dk1">
                    <a:lumMod val="65000"/>
                    <a:lumOff val="35000"/>
                  </a:schemeClr>
                </a:solidFill>
                <a:effectLst/>
                <a:uFillTx/>
                <a:latin typeface="Work Sans"/>
                <a:ea typeface="Noto Sans CJK SC"/>
              </a:rPr>
              <a:t>Assumption: This pairing is the biggest one for Ndyuka, and will encompass most sentences within the smaller other pairings</a:t>
            </a:r>
            <a:endParaRPr lang="en-GB" sz="16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SE" sz="1600" b="0" u="none" strike="noStrike">
                <a:solidFill>
                  <a:schemeClr val="dk1">
                    <a:lumMod val="65000"/>
                    <a:lumOff val="35000"/>
                  </a:schemeClr>
                </a:solidFill>
                <a:effectLst/>
                <a:uFillTx/>
                <a:latin typeface="Work Sans"/>
                <a:ea typeface="Noto Sans CJK SC"/>
              </a:rPr>
              <a:t>Translate 1640 (size of original training data) randomly chosen verses from ~31k bible verses in German bible corpus</a:t>
            </a:r>
            <a:endParaRPr lang="en-GB" sz="1600" b="0" u="none" strike="noStrike">
              <a:solidFill>
                <a:srgbClr val="000000"/>
              </a:solidFill>
              <a:effectLst/>
              <a:uFillTx/>
              <a:latin typeface="Arial"/>
            </a:endParaRPr>
          </a:p>
          <a:p>
            <a:pPr marL="228600" indent="-228600" defTabSz="914400">
              <a:lnSpc>
                <a:spcPts val="2120"/>
              </a:lnSpc>
              <a:spcBef>
                <a:spcPts val="1417"/>
              </a:spcBef>
              <a:buClr>
                <a:srgbClr val="595959"/>
              </a:buClr>
              <a:buFont typeface="Arial"/>
              <a:buChar char="•"/>
            </a:pPr>
            <a:r>
              <a:rPr lang="en-SE" sz="1600" b="0" u="none" strike="noStrike">
                <a:solidFill>
                  <a:schemeClr val="dk1">
                    <a:lumMod val="65000"/>
                    <a:lumOff val="35000"/>
                  </a:schemeClr>
                </a:solidFill>
                <a:effectLst/>
                <a:uFillTx/>
                <a:latin typeface="Work Sans"/>
                <a:ea typeface="Noto Sans CJK SC"/>
              </a:rPr>
              <a:t>Enhancing training data with 1640 additional training pairs leads to </a:t>
            </a:r>
            <a:r>
              <a:rPr lang="en-SE" sz="1600" b="0" u="none" strike="noStrike">
                <a:solidFill>
                  <a:srgbClr val="990000"/>
                </a:solidFill>
                <a:effectLst/>
                <a:uFillTx/>
                <a:latin typeface="Work Sans"/>
                <a:ea typeface="Noto Sans CJK SC"/>
              </a:rPr>
              <a:t>BLEU: 1.35</a:t>
            </a: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p:txBody>
      </p:sp>
      <p:pic>
        <p:nvPicPr>
          <p:cNvPr id="296" name="Afbeelding 295"/>
          <p:cNvPicPr/>
          <p:nvPr/>
        </p:nvPicPr>
        <p:blipFill>
          <a:blip r:embed="rId4"/>
          <a:stretch/>
        </p:blipFill>
        <p:spPr>
          <a:xfrm>
            <a:off x="8696520" y="952560"/>
            <a:ext cx="2260080" cy="2526840"/>
          </a:xfrm>
          <a:prstGeom prst="rect">
            <a:avLst/>
          </a:prstGeom>
          <a:noFill/>
          <a:ln w="36000">
            <a:solidFill>
              <a:srgbClr val="990000"/>
            </a:solidFill>
            <a:round/>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95">
                                            <p:txEl>
                                              <p:pRg st="1" end="1"/>
                                            </p:txEl>
                                          </p:spTgt>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29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p:cTn id="12" dur="1" fill="hold">
                                          <p:stCondLst>
                                            <p:cond delay="0"/>
                                          </p:stCondLst>
                                        </p:cTn>
                                        <p:tgtEl>
                                          <p:spTgt spid="295">
                                            <p:txEl>
                                              <p:pRg st="3" end="3"/>
                                            </p:txEl>
                                          </p:spTgt>
                                        </p:tgtEl>
                                        <p:attrNameLst>
                                          <p:attrName>style.visibility</p:attrName>
                                        </p:attrNameLst>
                                      </p:cBhvr>
                                      <p:to>
                                        <p:strVal val="visible"/>
                                      </p:to>
                                    </p:set>
                                  </p:childTnLst>
                                </p:cTn>
                              </p:par>
                              <p:par>
                                <p:cTn id="13" presetID="1" presetClass="entr" fill="hold" nodeType="withEffect">
                                  <p:stCondLst>
                                    <p:cond delay="0"/>
                                  </p:stCondLst>
                                  <p:childTnLst>
                                    <p:set>
                                      <p:cBhvr>
                                        <p:cTn id="14" dur="1" fill="hold">
                                          <p:stCondLst>
                                            <p:cond delay="0"/>
                                          </p:stCondLst>
                                        </p:cTn>
                                        <p:tgtEl>
                                          <p:spTgt spid="29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2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GB" sz="3200" b="0" u="none" strike="noStrike" dirty="0">
                <a:solidFill>
                  <a:schemeClr val="dk1"/>
                </a:solidFill>
                <a:effectLst/>
                <a:uFillTx/>
                <a:latin typeface="Work Sans"/>
                <a:ea typeface="Noto Sans CJK SC"/>
              </a:rPr>
              <a:t>SMT Ndyuka </a:t>
            </a:r>
            <a:r>
              <a:rPr lang="en-SE" sz="3200" b="0" u="none" strike="noStrike" dirty="0">
                <a:solidFill>
                  <a:schemeClr val="dk1"/>
                </a:solidFill>
                <a:effectLst/>
                <a:uFillTx/>
                <a:latin typeface="Work Sans"/>
                <a:ea typeface="Noto Sans CJK SC"/>
              </a:rPr>
              <a:t>→</a:t>
            </a:r>
            <a:r>
              <a:rPr lang="en-GB" sz="3200" b="0" u="none" strike="noStrike" dirty="0">
                <a:solidFill>
                  <a:schemeClr val="dk1"/>
                </a:solidFill>
                <a:effectLst/>
                <a:uFillTx/>
                <a:latin typeface="Work Sans"/>
              </a:rPr>
              <a:t> German</a:t>
            </a:r>
            <a:endParaRPr lang="en-GB" sz="3200" b="0" u="none" strike="noStrike" dirty="0">
              <a:solidFill>
                <a:srgbClr val="000000"/>
              </a:solidFill>
              <a:effectLst/>
              <a:uFillTx/>
              <a:latin typeface="Arial"/>
            </a:endParaRPr>
          </a:p>
        </p:txBody>
      </p:sp>
      <p:sp>
        <p:nvSpPr>
          <p:cNvPr id="298" name="PlaceHolder 2"/>
          <p:cNvSpPr>
            <a:spLocks noGrp="1"/>
          </p:cNvSpPr>
          <p:nvPr>
            <p:ph/>
          </p:nvPr>
        </p:nvSpPr>
        <p:spPr>
          <a:xfrm>
            <a:off x="947880" y="1776240"/>
            <a:ext cx="9472320" cy="3948480"/>
          </a:xfrm>
          <a:prstGeom prst="rect">
            <a:avLst/>
          </a:prstGeom>
          <a:noFill/>
          <a:ln w="0">
            <a:noFill/>
          </a:ln>
        </p:spPr>
        <p:txBody>
          <a:bodyPr lIns="91440" tIns="45720" rIns="91440" bIns="45720" anchor="t">
            <a:noAutofit/>
          </a:bodyPr>
          <a:lstStyle/>
          <a:p>
            <a:pPr marL="228600" indent="-228600" defTabSz="914400">
              <a:lnSpc>
                <a:spcPts val="3841"/>
              </a:lnSpc>
              <a:spcBef>
                <a:spcPts val="1191"/>
              </a:spcBef>
              <a:spcAft>
                <a:spcPts val="992"/>
              </a:spcAft>
              <a:buClr>
                <a:srgbClr val="595959"/>
              </a:buClr>
              <a:buFont typeface="Arial"/>
              <a:buChar char="•"/>
            </a:pPr>
            <a:r>
              <a:rPr lang="en-SE" sz="1600" b="0" u="none" strike="noStrike">
                <a:solidFill>
                  <a:schemeClr val="dk1">
                    <a:lumMod val="65000"/>
                    <a:lumOff val="35000"/>
                  </a:schemeClr>
                </a:solidFill>
                <a:effectLst/>
                <a:uFillTx/>
                <a:latin typeface="Work Sans"/>
                <a:ea typeface="Noto Sans CJK SC"/>
              </a:rPr>
              <a:t>Lean into domain-specificity: Train a German “</a:t>
            </a:r>
            <a:r>
              <a:rPr lang="en-SE" sz="1600" b="0" i="1" u="none" strike="noStrike">
                <a:solidFill>
                  <a:schemeClr val="dk1">
                    <a:lumMod val="65000"/>
                    <a:lumOff val="35000"/>
                  </a:schemeClr>
                </a:solidFill>
                <a:effectLst/>
                <a:uFillTx/>
                <a:latin typeface="Work Sans"/>
                <a:ea typeface="Noto Sans CJK SC"/>
              </a:rPr>
              <a:t>Bible-LM”</a:t>
            </a:r>
            <a:r>
              <a:rPr lang="en-SE" sz="1600" b="0" u="none" strike="noStrike">
                <a:solidFill>
                  <a:schemeClr val="dk1">
                    <a:lumMod val="65000"/>
                    <a:lumOff val="35000"/>
                  </a:schemeClr>
                </a:solidFill>
                <a:effectLst/>
                <a:uFillTx/>
                <a:latin typeface="Work Sans"/>
                <a:ea typeface="Noto Sans CJK SC"/>
              </a:rPr>
              <a:t> using the ~31k verses</a:t>
            </a:r>
            <a:endParaRPr lang="en-GB" sz="16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SE" sz="1600" b="0" u="none" strike="noStrike">
                <a:solidFill>
                  <a:schemeClr val="dk1">
                    <a:lumMod val="65000"/>
                    <a:lumOff val="35000"/>
                  </a:schemeClr>
                </a:solidFill>
                <a:effectLst/>
                <a:uFillTx/>
                <a:latin typeface="Work Sans"/>
                <a:ea typeface="Noto Sans CJK SC"/>
              </a:rPr>
              <a:t>BLEU with Bible-LM: </a:t>
            </a:r>
            <a:r>
              <a:rPr lang="en-SE" sz="1600" b="0" u="none" strike="noStrike">
                <a:solidFill>
                  <a:srgbClr val="990000"/>
                </a:solidFill>
                <a:effectLst/>
                <a:uFillTx/>
                <a:latin typeface="Work Sans"/>
                <a:ea typeface="Noto Sans CJK SC"/>
              </a:rPr>
              <a:t>3.00</a:t>
            </a:r>
            <a:endParaRPr lang="en-GB" sz="16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SE" sz="1600" b="0" u="none" strike="noStrike">
                <a:solidFill>
                  <a:schemeClr val="dk1">
                    <a:lumMod val="65000"/>
                    <a:lumOff val="35000"/>
                  </a:schemeClr>
                </a:solidFill>
                <a:effectLst/>
                <a:uFillTx/>
                <a:latin typeface="Work Sans"/>
                <a:ea typeface="Noto Sans CJK SC"/>
              </a:rPr>
              <a:t>BLEU with Bible-LM &amp; aditional data from backtranslation: </a:t>
            </a:r>
            <a:r>
              <a:rPr lang="en-SE" sz="1600" b="0" u="none" strike="noStrike">
                <a:solidFill>
                  <a:srgbClr val="990000"/>
                </a:solidFill>
                <a:effectLst/>
                <a:uFillTx/>
                <a:latin typeface="Work Sans"/>
                <a:ea typeface="Noto Sans CJK SC"/>
              </a:rPr>
              <a:t>3.49</a:t>
            </a:r>
            <a:endParaRPr lang="en-GB" sz="1600" b="0" u="none" strike="noStrike">
              <a:solidFill>
                <a:srgbClr val="000000"/>
              </a:solidFill>
              <a:effectLst/>
              <a:uFillTx/>
              <a:latin typeface="Arial"/>
            </a:endParaRPr>
          </a:p>
          <a:p>
            <a:pPr indent="0" defTabSz="914400">
              <a:lnSpc>
                <a:spcPts val="2120"/>
              </a:lnSpc>
              <a:spcBef>
                <a:spcPts val="1417"/>
              </a:spcBef>
              <a:buNone/>
              <a:tabLst>
                <a:tab pos="0" algn="l"/>
              </a:tabLst>
            </a:pPr>
            <a:endParaRPr lang="en-GB" sz="1600" b="0" u="none" strike="noStrike">
              <a:solidFill>
                <a:srgbClr val="000000"/>
              </a:solidFill>
              <a:effectLst/>
              <a:uFillTx/>
              <a:latin typeface="Arial"/>
            </a:endParaRPr>
          </a:p>
          <a:p>
            <a:pPr indent="0" defTabSz="914400">
              <a:lnSpc>
                <a:spcPts val="2120"/>
              </a:lnSpc>
              <a:spcBef>
                <a:spcPts val="1417"/>
              </a:spcBef>
              <a:buNone/>
              <a:tabLst>
                <a:tab pos="0" algn="l"/>
              </a:tabLst>
            </a:pPr>
            <a:r>
              <a:rPr lang="en-SE" sz="1600" b="0" u="none" strike="noStrike">
                <a:solidFill>
                  <a:srgbClr val="595959"/>
                </a:solidFill>
                <a:effectLst/>
                <a:uFillTx/>
                <a:latin typeface="Work Sans"/>
                <a:ea typeface="Noto Sans CJK SC"/>
              </a:rPr>
              <a:t>Pending ideas &amp; thoughts</a:t>
            </a:r>
            <a:endParaRPr lang="en-GB" sz="1600" b="0" u="none" strike="noStrike">
              <a:solidFill>
                <a:srgbClr val="000000"/>
              </a:solidFill>
              <a:effectLst/>
              <a:uFillTx/>
              <a:latin typeface="Arial"/>
            </a:endParaRPr>
          </a:p>
          <a:p>
            <a:pPr marL="228600" indent="-228600" defTabSz="914400">
              <a:lnSpc>
                <a:spcPts val="2120"/>
              </a:lnSpc>
              <a:spcBef>
                <a:spcPts val="1417"/>
              </a:spcBef>
              <a:buClr>
                <a:srgbClr val="595959"/>
              </a:buClr>
              <a:buFont typeface="Arial"/>
              <a:buChar char="•"/>
              <a:tabLst>
                <a:tab pos="0" algn="l"/>
              </a:tabLst>
            </a:pPr>
            <a:r>
              <a:rPr lang="en-SE" sz="1600" b="0" u="none" strike="noStrike">
                <a:solidFill>
                  <a:srgbClr val="595959"/>
                </a:solidFill>
                <a:effectLst/>
                <a:uFillTx/>
                <a:latin typeface="Work Sans"/>
                <a:ea typeface="Noto Sans CJK SC"/>
              </a:rPr>
              <a:t>Check if using the (tiny) validation set makes a difference</a:t>
            </a:r>
            <a:endParaRPr lang="en-GB" sz="1600" b="0" u="none" strike="noStrike">
              <a:solidFill>
                <a:srgbClr val="000000"/>
              </a:solidFill>
              <a:effectLst/>
              <a:uFillTx/>
              <a:latin typeface="Arial"/>
            </a:endParaRPr>
          </a:p>
          <a:p>
            <a:pPr marL="228600" indent="-228600" defTabSz="914400">
              <a:lnSpc>
                <a:spcPts val="2120"/>
              </a:lnSpc>
              <a:spcBef>
                <a:spcPts val="1417"/>
              </a:spcBef>
              <a:buClr>
                <a:srgbClr val="595959"/>
              </a:buClr>
              <a:buFont typeface="Arial"/>
              <a:buChar char="•"/>
              <a:tabLst>
                <a:tab pos="0" algn="l"/>
              </a:tabLst>
            </a:pPr>
            <a:r>
              <a:rPr lang="en-SE" sz="1600" b="0" u="none" strike="noStrike">
                <a:solidFill>
                  <a:srgbClr val="595959"/>
                </a:solidFill>
                <a:effectLst/>
                <a:uFillTx/>
                <a:latin typeface="Work Sans"/>
                <a:ea typeface="Noto Sans CJK SC"/>
              </a:rPr>
              <a:t>Supplement Bible-LM with out-of-domain data (~31k lines is not a lot)</a:t>
            </a:r>
            <a:endParaRPr lang="en-GB" sz="1600" b="0" u="none" strike="noStrike">
              <a:solidFill>
                <a:srgbClr val="000000"/>
              </a:solidFill>
              <a:effectLst/>
              <a:uFillTx/>
              <a:latin typeface="Arial"/>
            </a:endParaRPr>
          </a:p>
          <a:p>
            <a:pPr marL="228600" indent="-228600" defTabSz="914400">
              <a:lnSpc>
                <a:spcPts val="2120"/>
              </a:lnSpc>
              <a:spcBef>
                <a:spcPts val="1417"/>
              </a:spcBef>
              <a:buClr>
                <a:srgbClr val="595959"/>
              </a:buClr>
              <a:buFont typeface="Arial"/>
              <a:buChar char="•"/>
              <a:tabLst>
                <a:tab pos="0" algn="l"/>
              </a:tabLst>
            </a:pPr>
            <a:r>
              <a:rPr lang="en-SE" sz="1600" b="0" u="none" strike="noStrike">
                <a:solidFill>
                  <a:srgbClr val="595959"/>
                </a:solidFill>
                <a:effectLst/>
                <a:uFillTx/>
                <a:latin typeface="Work Sans"/>
                <a:ea typeface="Noto Sans CJK SC"/>
              </a:rPr>
              <a:t>Linguistic analysis</a:t>
            </a:r>
            <a:endParaRPr lang="en-GB" sz="16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tabLst>
                <a:tab pos="0" algn="l"/>
              </a:tabLst>
            </a:pPr>
            <a:r>
              <a:rPr lang="en-SE" sz="1600" b="0" u="none" strike="noStrike">
                <a:solidFill>
                  <a:srgbClr val="595959"/>
                </a:solidFill>
                <a:effectLst/>
                <a:uFillTx/>
                <a:latin typeface="Work Sans"/>
                <a:ea typeface="Noto Sans CJK SC"/>
              </a:rPr>
              <a:t>Nduyka exhibits reduplication: </a:t>
            </a:r>
            <a:endParaRPr lang="en-GB" sz="1600" b="0" u="none" strike="noStrike">
              <a:solidFill>
                <a:srgbClr val="000000"/>
              </a:solidFill>
              <a:effectLst/>
              <a:uFillTx/>
              <a:latin typeface="Arial"/>
            </a:endParaRPr>
          </a:p>
          <a:p>
            <a:pPr marL="1296000" lvl="2" indent="-288000" defTabSz="914400">
              <a:lnSpc>
                <a:spcPct val="90000"/>
              </a:lnSpc>
              <a:spcBef>
                <a:spcPts val="850"/>
              </a:spcBef>
              <a:buClr>
                <a:srgbClr val="000000"/>
              </a:buClr>
              <a:buSzPct val="45000"/>
              <a:buFont typeface="Wingdings" charset="2"/>
              <a:buChar char=""/>
              <a:tabLst>
                <a:tab pos="0" algn="l"/>
              </a:tabLst>
            </a:pPr>
            <a:r>
              <a:rPr lang="en-SE" sz="1600" b="0" i="1" u="none" strike="noStrike">
                <a:solidFill>
                  <a:srgbClr val="595959"/>
                </a:solidFill>
                <a:effectLst/>
                <a:uFillTx/>
                <a:latin typeface="Work Sans"/>
                <a:ea typeface="Noto Sans CJK SC"/>
              </a:rPr>
              <a:t>wanten wanten</a:t>
            </a:r>
            <a:r>
              <a:rPr lang="en-SE" sz="1600" b="0" u="none" strike="noStrike">
                <a:solidFill>
                  <a:srgbClr val="595959"/>
                </a:solidFill>
                <a:effectLst/>
                <a:uFillTx/>
                <a:latin typeface="Work Sans"/>
                <a:ea typeface="Noto Sans CJK SC"/>
              </a:rPr>
              <a:t> </a:t>
            </a:r>
            <a:r>
              <a:rPr lang="en-SE" sz="1600" b="0" u="none" strike="noStrike">
                <a:solidFill>
                  <a:schemeClr val="dk1">
                    <a:lumMod val="65000"/>
                    <a:lumOff val="35000"/>
                  </a:schemeClr>
                </a:solidFill>
                <a:effectLst/>
                <a:uFillTx/>
                <a:latin typeface="Work Sans"/>
                <a:ea typeface="Noto Sans CJK SC"/>
              </a:rPr>
              <a:t>→ </a:t>
            </a:r>
            <a:r>
              <a:rPr lang="en-SE" sz="1600" b="0" i="1" u="none" strike="noStrike">
                <a:solidFill>
                  <a:srgbClr val="595959"/>
                </a:solidFill>
                <a:effectLst/>
                <a:uFillTx/>
                <a:latin typeface="Work Sans"/>
                <a:ea typeface="Noto Sans CJK SC"/>
              </a:rPr>
              <a:t>alsobald alsobald</a:t>
            </a:r>
            <a:endParaRPr lang="en-GB" sz="1600" b="0" u="none" strike="noStrike">
              <a:solidFill>
                <a:srgbClr val="000000"/>
              </a:solidFill>
              <a:effectLst/>
              <a:uFillTx/>
              <a:latin typeface="Arial"/>
            </a:endParaRPr>
          </a:p>
          <a:p>
            <a:pPr marL="1296000" lvl="2" indent="-288000" defTabSz="914400">
              <a:lnSpc>
                <a:spcPct val="90000"/>
              </a:lnSpc>
              <a:spcBef>
                <a:spcPts val="850"/>
              </a:spcBef>
              <a:buClr>
                <a:srgbClr val="000000"/>
              </a:buClr>
              <a:buSzPct val="45000"/>
              <a:buFont typeface="Wingdings" charset="2"/>
              <a:buChar char=""/>
              <a:tabLst>
                <a:tab pos="0" algn="l"/>
              </a:tabLst>
            </a:pPr>
            <a:r>
              <a:rPr lang="en-SE" sz="1600" b="0" i="1" u="none" strike="noStrike">
                <a:solidFill>
                  <a:srgbClr val="595959"/>
                </a:solidFill>
                <a:effectLst/>
                <a:uFillTx/>
                <a:latin typeface="Work Sans"/>
                <a:ea typeface="Noto Sans CJK SC"/>
              </a:rPr>
              <a:t>sete sete </a:t>
            </a:r>
            <a:r>
              <a:rPr lang="en-SE" sz="1600" b="0" u="none" strike="noStrike">
                <a:solidFill>
                  <a:schemeClr val="dk1">
                    <a:lumMod val="65000"/>
                    <a:lumOff val="35000"/>
                  </a:schemeClr>
                </a:solidFill>
                <a:effectLst/>
                <a:uFillTx/>
                <a:latin typeface="Work Sans"/>
                <a:ea typeface="Noto Sans CJK SC"/>
              </a:rPr>
              <a:t>→</a:t>
            </a:r>
            <a:r>
              <a:rPr lang="en-SE" sz="1600" b="0" i="1" u="none" strike="noStrike">
                <a:solidFill>
                  <a:srgbClr val="595959"/>
                </a:solidFill>
                <a:effectLst/>
                <a:uFillTx/>
                <a:latin typeface="Work Sans"/>
                <a:ea typeface="Noto Sans CJK SC"/>
              </a:rPr>
              <a:t> dieser ist dieser</a:t>
            </a: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a:p>
            <a:pPr indent="0" defTabSz="914400">
              <a:lnSpc>
                <a:spcPts val="2120"/>
              </a:lnSpc>
              <a:spcBef>
                <a:spcPts val="300"/>
              </a:spcBef>
              <a:buNone/>
              <a:tabLst>
                <a:tab pos="0" algn="l"/>
              </a:tabLst>
            </a:pPr>
            <a:endParaRPr lang="en-GB" sz="1600" b="0" u="none" strike="noStrike">
              <a:solidFill>
                <a:srgbClr val="000000"/>
              </a:solidFill>
              <a:effectLst/>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9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947880" y="836640"/>
            <a:ext cx="9472320" cy="715320"/>
          </a:xfrm>
          <a:prstGeom prst="rect">
            <a:avLst/>
          </a:prstGeom>
          <a:noFill/>
          <a:ln w="0">
            <a:noFill/>
          </a:ln>
        </p:spPr>
        <p:txBody>
          <a:bodyPr lIns="91440" tIns="108000" rIns="91440" bIns="45720" anchor="t">
            <a:noAutofit/>
          </a:bodyPr>
          <a:lstStyle/>
          <a:p>
            <a:pPr indent="0" defTabSz="914400">
              <a:lnSpc>
                <a:spcPts val="3841"/>
              </a:lnSpc>
              <a:buNone/>
              <a:tabLst>
                <a:tab pos="0" algn="l"/>
              </a:tabLst>
            </a:pPr>
            <a:r>
              <a:rPr lang="en-US" sz="3200" b="0" u="none" strike="noStrike" dirty="0">
                <a:solidFill>
                  <a:schemeClr val="dk1"/>
                </a:solidFill>
                <a:effectLst/>
                <a:uFillTx/>
                <a:latin typeface="Work Sans"/>
              </a:rPr>
              <a:t>NMT Ndyuka </a:t>
            </a:r>
            <a:r>
              <a:rPr lang="en-US" sz="3200" b="0" u="none" strike="noStrike" dirty="0">
                <a:solidFill>
                  <a:schemeClr val="dk1"/>
                </a:solidFill>
                <a:effectLst/>
                <a:uFillTx/>
                <a:latin typeface="Work Sans"/>
                <a:sym typeface="Wingdings" panose="05000000000000000000" pitchFamily="2" charset="2"/>
              </a:rPr>
              <a:t> </a:t>
            </a:r>
            <a:r>
              <a:rPr lang="en-US" sz="3200" b="0" u="none" strike="noStrike" dirty="0">
                <a:solidFill>
                  <a:schemeClr val="dk1"/>
                </a:solidFill>
                <a:effectLst/>
                <a:uFillTx/>
                <a:latin typeface="Work Sans"/>
              </a:rPr>
              <a:t>Chinese + German</a:t>
            </a:r>
            <a:endParaRPr lang="en-GB" sz="3200" b="0" u="none" strike="noStrike" dirty="0">
              <a:solidFill>
                <a:srgbClr val="000000"/>
              </a:solidFill>
              <a:effectLst/>
              <a:uFillTx/>
              <a:latin typeface="Arial"/>
            </a:endParaRPr>
          </a:p>
        </p:txBody>
      </p:sp>
      <p:sp>
        <p:nvSpPr>
          <p:cNvPr id="300" name="PlaceHolder 2"/>
          <p:cNvSpPr>
            <a:spLocks noGrp="1"/>
          </p:cNvSpPr>
          <p:nvPr>
            <p:ph/>
          </p:nvPr>
        </p:nvSpPr>
        <p:spPr>
          <a:xfrm>
            <a:off x="947880" y="1776240"/>
            <a:ext cx="9472320" cy="4244400"/>
          </a:xfrm>
          <a:prstGeom prst="rect">
            <a:avLst/>
          </a:prstGeom>
          <a:noFill/>
          <a:ln w="0">
            <a:noFill/>
          </a:ln>
        </p:spPr>
        <p:txBody>
          <a:bodyPr lIns="91440" tIns="45720" rIns="91440" bIns="45720" anchor="t">
            <a:noAutofit/>
          </a:bodyPr>
          <a:lstStyle/>
          <a:p>
            <a:pPr marL="228600" indent="-228600" defTabSz="914400">
              <a:lnSpc>
                <a:spcPts val="2120"/>
              </a:lnSpc>
              <a:spcBef>
                <a:spcPts val="300"/>
              </a:spcBef>
              <a:buClr>
                <a:srgbClr val="595959"/>
              </a:buClr>
              <a:buFont typeface="Arial"/>
              <a:buChar char="•"/>
            </a:pPr>
            <a:r>
              <a:rPr lang="en-US" sz="1600" b="0" u="none" strike="noStrike" dirty="0">
                <a:solidFill>
                  <a:schemeClr val="dk1">
                    <a:lumMod val="65000"/>
                    <a:lumOff val="35000"/>
                  </a:schemeClr>
                </a:solidFill>
                <a:effectLst/>
                <a:uFillTx/>
                <a:latin typeface="Work Sans"/>
              </a:rPr>
              <a:t>NMT from the ground up infeasible</a:t>
            </a:r>
            <a:endParaRPr lang="en-GB" sz="1600" b="0" u="none" strike="noStrike" dirty="0">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US" sz="1600" b="0" u="none" strike="noStrike" dirty="0">
                <a:solidFill>
                  <a:schemeClr val="dk1">
                    <a:lumMod val="65000"/>
                    <a:lumOff val="35000"/>
                  </a:schemeClr>
                </a:solidFill>
                <a:effectLst/>
                <a:uFillTx/>
                <a:latin typeface="Work Sans"/>
              </a:rPr>
              <a:t>However, authors of creole dataset also published model</a:t>
            </a:r>
            <a:endParaRPr lang="en-GB" sz="1600" b="0" u="none" strike="noStrike" dirty="0">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en-US" sz="1400" b="0" u="none" strike="noStrike" dirty="0">
                <a:solidFill>
                  <a:schemeClr val="dk1">
                    <a:lumMod val="65000"/>
                    <a:lumOff val="35000"/>
                  </a:schemeClr>
                </a:solidFill>
                <a:effectLst/>
                <a:uFillTx/>
                <a:latin typeface="Work Sans"/>
              </a:rPr>
              <a:t>Multilingual neural model</a:t>
            </a:r>
            <a:endParaRPr lang="en-GB" sz="1400" b="0" u="none" strike="noStrike" dirty="0">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US" sz="1600" b="0" u="none" strike="noStrike" dirty="0">
                <a:solidFill>
                  <a:schemeClr val="dk1">
                    <a:lumMod val="65000"/>
                    <a:lumOff val="35000"/>
                  </a:schemeClr>
                </a:solidFill>
                <a:effectLst/>
                <a:uFillTx/>
                <a:latin typeface="Work Sans"/>
              </a:rPr>
              <a:t>Baseline metrics:</a:t>
            </a:r>
            <a:endParaRPr lang="en-GB" sz="1600" b="0" u="none" strike="noStrike" dirty="0">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en-US" sz="1400" b="0" u="none" strike="noStrike" dirty="0">
                <a:solidFill>
                  <a:schemeClr val="dk1">
                    <a:lumMod val="65000"/>
                    <a:lumOff val="35000"/>
                  </a:schemeClr>
                </a:solidFill>
                <a:effectLst/>
                <a:uFillTx/>
                <a:latin typeface="Work Sans"/>
              </a:rPr>
              <a:t>German: 16.2 BLEU, 43 </a:t>
            </a:r>
            <a:r>
              <a:rPr lang="en-US" sz="1400" b="0" u="none" strike="noStrike" dirty="0" err="1">
                <a:solidFill>
                  <a:schemeClr val="dk1">
                    <a:lumMod val="65000"/>
                    <a:lumOff val="35000"/>
                  </a:schemeClr>
                </a:solidFill>
                <a:effectLst/>
                <a:uFillTx/>
                <a:latin typeface="Work Sans"/>
              </a:rPr>
              <a:t>ChrF</a:t>
            </a:r>
            <a:endParaRPr lang="en-GB" sz="1400" b="0" u="none" strike="noStrike" dirty="0">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en-US" sz="1400" b="0" u="none" strike="noStrike" dirty="0">
                <a:solidFill>
                  <a:schemeClr val="dk1">
                    <a:lumMod val="65000"/>
                    <a:lumOff val="35000"/>
                  </a:schemeClr>
                </a:solidFill>
                <a:effectLst/>
                <a:uFillTx/>
                <a:latin typeface="Work Sans"/>
              </a:rPr>
              <a:t>Chinese: not yet obtained</a:t>
            </a:r>
            <a:endParaRPr lang="en-GB" sz="1400" b="0" u="none" strike="noStrike" dirty="0">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US" sz="1600" b="0" u="none" strike="noStrike" dirty="0">
                <a:solidFill>
                  <a:schemeClr val="dk1">
                    <a:lumMod val="65000"/>
                    <a:lumOff val="35000"/>
                  </a:schemeClr>
                </a:solidFill>
                <a:effectLst/>
                <a:uFillTx/>
                <a:latin typeface="Work Sans"/>
              </a:rPr>
              <a:t>Continue finetuning of NN on dataset of backtranslations</a:t>
            </a:r>
            <a:endParaRPr lang="en-GB" sz="1600" b="0" u="none" strike="noStrike" dirty="0">
              <a:solidFill>
                <a:srgbClr val="000000"/>
              </a:solidFill>
              <a:effectLst/>
              <a:uFillTx/>
              <a:latin typeface="Arial"/>
            </a:endParaRPr>
          </a:p>
          <a:p>
            <a:pPr marL="685800" lvl="1" indent="-228600" defTabSz="914400">
              <a:lnSpc>
                <a:spcPct val="90000"/>
              </a:lnSpc>
              <a:spcBef>
                <a:spcPts val="499"/>
              </a:spcBef>
              <a:buClr>
                <a:srgbClr val="595959"/>
              </a:buClr>
              <a:buFont typeface="Arial"/>
              <a:buChar char="•"/>
            </a:pPr>
            <a:r>
              <a:rPr lang="en-US" sz="1400" b="0" u="none" strike="noStrike" dirty="0">
                <a:solidFill>
                  <a:schemeClr val="dk1">
                    <a:lumMod val="65000"/>
                    <a:lumOff val="35000"/>
                  </a:schemeClr>
                </a:solidFill>
                <a:effectLst/>
                <a:uFillTx/>
                <a:latin typeface="Work Sans"/>
              </a:rPr>
              <a:t>PEFT/</a:t>
            </a:r>
            <a:r>
              <a:rPr lang="en-US" sz="1400" b="0" u="none" strike="noStrike" dirty="0" err="1">
                <a:solidFill>
                  <a:schemeClr val="dk1">
                    <a:lumMod val="65000"/>
                    <a:lumOff val="35000"/>
                  </a:schemeClr>
                </a:solidFill>
                <a:effectLst/>
                <a:uFillTx/>
                <a:latin typeface="Work Sans"/>
              </a:rPr>
              <a:t>LoRA</a:t>
            </a:r>
            <a:r>
              <a:rPr lang="en-US" sz="1400" b="0" u="none" strike="noStrike" dirty="0">
                <a:solidFill>
                  <a:schemeClr val="dk1">
                    <a:lumMod val="65000"/>
                    <a:lumOff val="35000"/>
                  </a:schemeClr>
                </a:solidFill>
                <a:effectLst/>
                <a:uFillTx/>
                <a:latin typeface="Work Sans"/>
              </a:rPr>
              <a:t>?</a:t>
            </a:r>
            <a:endParaRPr lang="en-GB" sz="1400" b="0" u="none" strike="noStrike" dirty="0">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US" sz="1600" b="0" u="none" strike="noStrike" dirty="0">
                <a:solidFill>
                  <a:schemeClr val="dk1">
                    <a:lumMod val="65000"/>
                    <a:lumOff val="35000"/>
                  </a:schemeClr>
                </a:solidFill>
                <a:effectLst/>
                <a:uFillTx/>
                <a:latin typeface="Work Sans"/>
              </a:rPr>
              <a:t>Use same resources for </a:t>
            </a:r>
            <a:r>
              <a:rPr lang="en-US" sz="1600" b="0" u="none" strike="noStrike" dirty="0" err="1">
                <a:solidFill>
                  <a:schemeClr val="dk1">
                    <a:lumMod val="65000"/>
                    <a:lumOff val="35000"/>
                  </a:schemeClr>
                </a:solidFill>
                <a:effectLst/>
                <a:uFillTx/>
                <a:latin typeface="Work Sans"/>
              </a:rPr>
              <a:t>backtranslating</a:t>
            </a:r>
            <a:r>
              <a:rPr lang="en-US" sz="1600" b="0" u="none" strike="noStrike" dirty="0">
                <a:solidFill>
                  <a:schemeClr val="dk1">
                    <a:lumMod val="65000"/>
                    <a:lumOff val="35000"/>
                  </a:schemeClr>
                </a:solidFill>
                <a:effectLst/>
                <a:uFillTx/>
                <a:latin typeface="Work Sans"/>
              </a:rPr>
              <a:t> as SMT models</a:t>
            </a:r>
            <a:endParaRPr lang="en-GB" sz="1600" b="0" u="none" strike="noStrike" dirty="0">
              <a:solidFill>
                <a:srgbClr val="000000"/>
              </a:solidFill>
              <a:effectLst/>
              <a:uFillTx/>
              <a:latin typeface="Arial"/>
            </a:endParaRPr>
          </a:p>
          <a:p>
            <a:pPr marL="228600" indent="-228600" defTabSz="914400">
              <a:lnSpc>
                <a:spcPts val="2120"/>
              </a:lnSpc>
              <a:spcBef>
                <a:spcPts val="300"/>
              </a:spcBef>
              <a:buClr>
                <a:srgbClr val="595959"/>
              </a:buClr>
              <a:buFont typeface="Arial"/>
              <a:buChar char="•"/>
            </a:pPr>
            <a:r>
              <a:rPr lang="en-US" sz="1600" b="0" u="none" strike="noStrike" dirty="0">
                <a:solidFill>
                  <a:schemeClr val="dk1">
                    <a:lumMod val="65000"/>
                    <a:lumOff val="35000"/>
                  </a:schemeClr>
                </a:solidFill>
                <a:effectLst/>
                <a:uFillTx/>
                <a:latin typeface="Work Sans"/>
              </a:rPr>
              <a:t>Results are to follow</a:t>
            </a:r>
            <a:endParaRPr lang="en-GB" sz="160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1446840" y="3571920"/>
            <a:ext cx="9295560" cy="1653480"/>
          </a:xfrm>
          <a:prstGeom prst="rect">
            <a:avLst/>
          </a:prstGeom>
          <a:noFill/>
          <a:ln w="0">
            <a:noFill/>
          </a:ln>
        </p:spPr>
        <p:txBody>
          <a:bodyPr lIns="91440" tIns="108000" rIns="91440" bIns="45720" anchor="ctr">
            <a:noAutofit/>
          </a:bodyPr>
          <a:lstStyle/>
          <a:p>
            <a:pPr indent="0" algn="ctr" defTabSz="914400">
              <a:lnSpc>
                <a:spcPts val="3841"/>
              </a:lnSpc>
              <a:buNone/>
              <a:tabLst>
                <a:tab pos="0" algn="l"/>
              </a:tabLst>
            </a:pPr>
            <a:r>
              <a:rPr lang="en-US" sz="4800" b="0" u="none" strike="noStrike">
                <a:solidFill>
                  <a:schemeClr val="dk1"/>
                </a:solidFill>
                <a:effectLst/>
                <a:uFillTx/>
                <a:latin typeface="Work Sans"/>
              </a:rPr>
              <a:t>Machine Translation Project – Ndyuka &amp; Backtranslation</a:t>
            </a:r>
            <a:endParaRPr lang="en-GB" sz="4800" b="0" u="none" strike="noStrike">
              <a:solidFill>
                <a:srgbClr val="000000"/>
              </a:solidFill>
              <a:effectLst/>
              <a:uFillTx/>
              <a:latin typeface="Arial"/>
            </a:endParaRPr>
          </a:p>
        </p:txBody>
      </p:sp>
      <p:sp>
        <p:nvSpPr>
          <p:cNvPr id="302" name="PlaceHolder 2"/>
          <p:cNvSpPr>
            <a:spLocks noGrp="1"/>
          </p:cNvSpPr>
          <p:nvPr>
            <p:ph type="subTitle"/>
          </p:nvPr>
        </p:nvSpPr>
        <p:spPr>
          <a:xfrm>
            <a:off x="2131920" y="5388840"/>
            <a:ext cx="7925760" cy="461160"/>
          </a:xfrm>
          <a:prstGeom prst="rect">
            <a:avLst/>
          </a:prstGeom>
          <a:noFill/>
          <a:ln w="0">
            <a:noFill/>
          </a:ln>
        </p:spPr>
        <p:txBody>
          <a:bodyPr lIns="91440" tIns="45720" rIns="91440" bIns="45720" anchor="t">
            <a:noAutofit/>
          </a:bodyPr>
          <a:lstStyle/>
          <a:p>
            <a:pPr indent="0" algn="ctr" defTabSz="914400">
              <a:lnSpc>
                <a:spcPts val="2120"/>
              </a:lnSpc>
              <a:spcBef>
                <a:spcPts val="300"/>
              </a:spcBef>
              <a:buNone/>
              <a:tabLst>
                <a:tab pos="0" algn="l"/>
              </a:tabLst>
            </a:pPr>
            <a:r>
              <a:rPr lang="en-US" sz="2000" b="0" u="none" strike="noStrike">
                <a:solidFill>
                  <a:schemeClr val="dk1"/>
                </a:solidFill>
                <a:effectLst/>
                <a:uFillTx/>
                <a:latin typeface="Work Sans"/>
              </a:rPr>
              <a:t>By Group 5 – Yifan Hu, Steinar Grässel, Daan Brugmans</a:t>
            </a:r>
            <a:endParaRPr lang="en-GB" sz="20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Uppsala University Slides Template">
  <a:themeElements>
    <a:clrScheme name="Gråskala">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UU theme LIGHT GREY">
  <a:themeElements>
    <a:clrScheme name="Gråskala">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UU theme DARK GREY (NB: for the Humanities Theatre)">
  <a:themeElements>
    <a:clrScheme name="Gråskala">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Uppsala University Slides Template</Template>
  <TotalTime>101</TotalTime>
  <Words>1128</Words>
  <Application>Microsoft Office PowerPoint</Application>
  <PresentationFormat>Breedbeeld</PresentationFormat>
  <Paragraphs>130</Paragraphs>
  <Slides>13</Slides>
  <Notes>11</Notes>
  <HiddenSlides>0</HiddenSlides>
  <MMClips>0</MMClips>
  <ScaleCrop>false</ScaleCrop>
  <HeadingPairs>
    <vt:vector size="6" baseType="variant">
      <vt:variant>
        <vt:lpstr>Gebruikte lettertypen</vt:lpstr>
      </vt:variant>
      <vt:variant>
        <vt:i4>10</vt:i4>
      </vt:variant>
      <vt:variant>
        <vt:lpstr>Thema</vt:lpstr>
      </vt:variant>
      <vt:variant>
        <vt:i4>3</vt:i4>
      </vt:variant>
      <vt:variant>
        <vt:lpstr>Diatitels</vt:lpstr>
      </vt:variant>
      <vt:variant>
        <vt:i4>13</vt:i4>
      </vt:variant>
    </vt:vector>
  </HeadingPairs>
  <TitlesOfParts>
    <vt:vector size="26" baseType="lpstr">
      <vt:lpstr>Arial</vt:lpstr>
      <vt:lpstr>Calibri</vt:lpstr>
      <vt:lpstr>Calibri Light</vt:lpstr>
      <vt:lpstr>Consolas</vt:lpstr>
      <vt:lpstr>Symbol</vt:lpstr>
      <vt:lpstr>Times New Roman</vt:lpstr>
      <vt:lpstr>Wingdings</vt:lpstr>
      <vt:lpstr>Work Sans</vt:lpstr>
      <vt:lpstr>Work Sans Medium</vt:lpstr>
      <vt:lpstr>Work Sans SemiBold</vt:lpstr>
      <vt:lpstr>Uppsala University Slides Template</vt:lpstr>
      <vt:lpstr>UU theme LIGHT GREY</vt:lpstr>
      <vt:lpstr>UU theme DARK GREY (NB: for the Humanities Theatre)</vt:lpstr>
      <vt:lpstr>Machine Translation Project – Ndyuka &amp; Backtranslation</vt:lpstr>
      <vt:lpstr>Project Outline</vt:lpstr>
      <vt:lpstr>SMT Ndyuka → Chinese: Dataset</vt:lpstr>
      <vt:lpstr>SMT Ndyuka → Chinese: Dataset (More examples)</vt:lpstr>
      <vt:lpstr>SMT Ndyuka → Chinese: Extra data</vt:lpstr>
      <vt:lpstr>SMT Ndyuka → Chinese: Pipeline</vt:lpstr>
      <vt:lpstr>SMT Ndyuka → Chinese: Pipeline</vt:lpstr>
      <vt:lpstr>SMT Ndyuka → Chinese: Result</vt:lpstr>
      <vt:lpstr>SMT Ndyuka → Chinese: Does it work (for Chinese)?</vt:lpstr>
      <vt:lpstr>SMT Ndyuka → German</vt:lpstr>
      <vt:lpstr>SMT Ndyuka → German</vt:lpstr>
      <vt:lpstr>NMT Ndyuka  Chinese + German</vt:lpstr>
      <vt:lpstr>Machine Translation Project – Ndyuka &amp; Backtranslation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Daan Brugmans</dc:creator>
  <dc:description/>
  <cp:lastModifiedBy>Daan Brugmans</cp:lastModifiedBy>
  <cp:revision>12</cp:revision>
  <dcterms:created xsi:type="dcterms:W3CDTF">2025-10-29T18:59:05Z</dcterms:created>
  <dcterms:modified xsi:type="dcterms:W3CDTF">2025-10-30T07:04:52Z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Breedbeeld</vt:lpwstr>
  </property>
  <property fmtid="{D5CDD505-2E9C-101B-9397-08002B2CF9AE}" pid="4" name="Slides">
    <vt:i4>11</vt:i4>
  </property>
</Properties>
</file>